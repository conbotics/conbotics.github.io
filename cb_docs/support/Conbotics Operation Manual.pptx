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63" r:id="rId4"/>
    <p:sldId id="261" r:id="rId5"/>
    <p:sldId id="278" r:id="rId6"/>
    <p:sldId id="290" r:id="rId7"/>
    <p:sldId id="287" r:id="rId8"/>
    <p:sldId id="282" r:id="rId9"/>
    <p:sldId id="276" r:id="rId10"/>
    <p:sldId id="283" r:id="rId11"/>
    <p:sldId id="284" r:id="rId12"/>
    <p:sldId id="288" r:id="rId13"/>
    <p:sldId id="279" r:id="rId14"/>
    <p:sldId id="289" r:id="rId15"/>
    <p:sldId id="292" r:id="rId16"/>
    <p:sldId id="280" r:id="rId17"/>
    <p:sldId id="291" r:id="rId18"/>
    <p:sldId id="265" r:id="rId19"/>
    <p:sldId id="266" r:id="rId20"/>
    <p:sldId id="268" r:id="rId21"/>
    <p:sldId id="269" r:id="rId22"/>
    <p:sldId id="281" r:id="rId23"/>
    <p:sldId id="260" r:id="rId24"/>
    <p:sldId id="294" r:id="rId25"/>
    <p:sldId id="267" r:id="rId26"/>
    <p:sldId id="271" r:id="rId27"/>
    <p:sldId id="272" r:id="rId28"/>
    <p:sldId id="29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7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886C9A-6CD1-4D3D-9BDE-1DDBAC5BE50A}" v="3763" dt="2025-10-29T10:15:41.233"/>
    <p1510:client id="{0E43E9CF-C88A-4768-930E-67B3D67E4F49}" v="798" dt="2025-10-29T15:24:41.085"/>
    <p1510:client id="{9BB64AEE-02D5-4F7B-812D-6E6986DD610C}" v="961" dt="2025-10-29T14:23:00.071"/>
    <p1510:client id="{E862AF5D-EBD3-491A-AECF-11F6CF0AD336}" v="39" dt="2025-10-29T13:25:52.6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os Nicolaou" userId="S::alexandros.nicolaou@conbotics.com::95dd0002-1b64-4896-b354-365a80cedfd4" providerId="AD" clId="Web-{0E43E9CF-C88A-4768-930E-67B3D67E4F49}"/>
    <pc:docChg chg="addSld delSld modSld sldOrd">
      <pc:chgData name="Alexandros Nicolaou" userId="S::alexandros.nicolaou@conbotics.com::95dd0002-1b64-4896-b354-365a80cedfd4" providerId="AD" clId="Web-{0E43E9CF-C88A-4768-930E-67B3D67E4F49}" dt="2025-10-29T15:24:41.085" v="829"/>
      <pc:docMkLst>
        <pc:docMk/>
      </pc:docMkLst>
      <pc:sldChg chg="modSp del">
        <pc:chgData name="Alexandros Nicolaou" userId="S::alexandros.nicolaou@conbotics.com::95dd0002-1b64-4896-b354-365a80cedfd4" providerId="AD" clId="Web-{0E43E9CF-C88A-4768-930E-67B3D67E4F49}" dt="2025-10-29T14:36:24.388" v="3"/>
        <pc:sldMkLst>
          <pc:docMk/>
          <pc:sldMk cId="2892684697" sldId="258"/>
        </pc:sldMkLst>
        <pc:spChg chg="mod">
          <ac:chgData name="Alexandros Nicolaou" userId="S::alexandros.nicolaou@conbotics.com::95dd0002-1b64-4896-b354-365a80cedfd4" providerId="AD" clId="Web-{0E43E9CF-C88A-4768-930E-67B3D67E4F49}" dt="2025-10-29T14:36:22.622" v="2" actId="20577"/>
          <ac:spMkLst>
            <pc:docMk/>
            <pc:sldMk cId="2892684697" sldId="258"/>
            <ac:spMk id="3" creationId="{91372862-7DD9-7B7F-EB74-57633C081630}"/>
          </ac:spMkLst>
        </pc:spChg>
      </pc:sldChg>
      <pc:sldChg chg="ord">
        <pc:chgData name="Alexandros Nicolaou" userId="S::alexandros.nicolaou@conbotics.com::95dd0002-1b64-4896-b354-365a80cedfd4" providerId="AD" clId="Web-{0E43E9CF-C88A-4768-930E-67B3D67E4F49}" dt="2025-10-29T14:36:41.716" v="5"/>
        <pc:sldMkLst>
          <pc:docMk/>
          <pc:sldMk cId="1160737913" sldId="260"/>
        </pc:sldMkLst>
      </pc:sldChg>
      <pc:sldChg chg="modSp">
        <pc:chgData name="Alexandros Nicolaou" userId="S::alexandros.nicolaou@conbotics.com::95dd0002-1b64-4896-b354-365a80cedfd4" providerId="AD" clId="Web-{0E43E9CF-C88A-4768-930E-67B3D67E4F49}" dt="2025-10-29T15:24:38.023" v="828" actId="14100"/>
        <pc:sldMkLst>
          <pc:docMk/>
          <pc:sldMk cId="724706807" sldId="261"/>
        </pc:sldMkLst>
        <pc:spChg chg="mod">
          <ac:chgData name="Alexandros Nicolaou" userId="S::alexandros.nicolaou@conbotics.com::95dd0002-1b64-4896-b354-365a80cedfd4" providerId="AD" clId="Web-{0E43E9CF-C88A-4768-930E-67B3D67E4F49}" dt="2025-10-29T15:24:38.023" v="828" actId="14100"/>
          <ac:spMkLst>
            <pc:docMk/>
            <pc:sldMk cId="724706807" sldId="261"/>
            <ac:spMk id="3" creationId="{929BDB2B-4049-8F95-65E4-D0A057E39629}"/>
          </ac:spMkLst>
        </pc:spChg>
      </pc:sldChg>
      <pc:sldChg chg="modSp del">
        <pc:chgData name="Alexandros Nicolaou" userId="S::alexandros.nicolaou@conbotics.com::95dd0002-1b64-4896-b354-365a80cedfd4" providerId="AD" clId="Web-{0E43E9CF-C88A-4768-930E-67B3D67E4F49}" dt="2025-10-29T15:24:41.085" v="829"/>
        <pc:sldMkLst>
          <pc:docMk/>
          <pc:sldMk cId="4040991867" sldId="264"/>
        </pc:sldMkLst>
        <pc:spChg chg="mod">
          <ac:chgData name="Alexandros Nicolaou" userId="S::alexandros.nicolaou@conbotics.com::95dd0002-1b64-4896-b354-365a80cedfd4" providerId="AD" clId="Web-{0E43E9CF-C88A-4768-930E-67B3D67E4F49}" dt="2025-10-29T15:23:17.069" v="806" actId="20577"/>
          <ac:spMkLst>
            <pc:docMk/>
            <pc:sldMk cId="4040991867" sldId="264"/>
            <ac:spMk id="3" creationId="{44735BC0-190E-A783-9039-06A7639DE714}"/>
          </ac:spMkLst>
        </pc:spChg>
      </pc:sldChg>
      <pc:sldChg chg="modSp">
        <pc:chgData name="Alexandros Nicolaou" userId="S::alexandros.nicolaou@conbotics.com::95dd0002-1b64-4896-b354-365a80cedfd4" providerId="AD" clId="Web-{0E43E9CF-C88A-4768-930E-67B3D67E4F49}" dt="2025-10-29T14:37:19.513" v="30" actId="20577"/>
        <pc:sldMkLst>
          <pc:docMk/>
          <pc:sldMk cId="1238874794" sldId="267"/>
        </pc:sldMkLst>
        <pc:spChg chg="mod">
          <ac:chgData name="Alexandros Nicolaou" userId="S::alexandros.nicolaou@conbotics.com::95dd0002-1b64-4896-b354-365a80cedfd4" providerId="AD" clId="Web-{0E43E9CF-C88A-4768-930E-67B3D67E4F49}" dt="2025-10-29T14:37:19.513" v="30" actId="20577"/>
          <ac:spMkLst>
            <pc:docMk/>
            <pc:sldMk cId="1238874794" sldId="267"/>
            <ac:spMk id="2" creationId="{DD55047D-BF11-7A67-0608-144993DD4036}"/>
          </ac:spMkLst>
        </pc:spChg>
      </pc:sldChg>
      <pc:sldChg chg="modSp">
        <pc:chgData name="Alexandros Nicolaou" userId="S::alexandros.nicolaou@conbotics.com::95dd0002-1b64-4896-b354-365a80cedfd4" providerId="AD" clId="Web-{0E43E9CF-C88A-4768-930E-67B3D67E4F49}" dt="2025-10-29T14:37:13.826" v="25" actId="20577"/>
        <pc:sldMkLst>
          <pc:docMk/>
          <pc:sldMk cId="3511673097" sldId="271"/>
        </pc:sldMkLst>
        <pc:spChg chg="mod">
          <ac:chgData name="Alexandros Nicolaou" userId="S::alexandros.nicolaou@conbotics.com::95dd0002-1b64-4896-b354-365a80cedfd4" providerId="AD" clId="Web-{0E43E9CF-C88A-4768-930E-67B3D67E4F49}" dt="2025-10-29T14:37:13.826" v="25" actId="20577"/>
          <ac:spMkLst>
            <pc:docMk/>
            <pc:sldMk cId="3511673097" sldId="271"/>
            <ac:spMk id="2" creationId="{0C6603EE-4EC7-8256-BBDB-5B6F028B6A02}"/>
          </ac:spMkLst>
        </pc:spChg>
      </pc:sldChg>
      <pc:sldChg chg="modSp">
        <pc:chgData name="Alexandros Nicolaou" userId="S::alexandros.nicolaou@conbotics.com::95dd0002-1b64-4896-b354-365a80cedfd4" providerId="AD" clId="Web-{0E43E9CF-C88A-4768-930E-67B3D67E4F49}" dt="2025-10-29T14:37:07.419" v="20" actId="20577"/>
        <pc:sldMkLst>
          <pc:docMk/>
          <pc:sldMk cId="166508605" sldId="272"/>
        </pc:sldMkLst>
        <pc:spChg chg="mod">
          <ac:chgData name="Alexandros Nicolaou" userId="S::alexandros.nicolaou@conbotics.com::95dd0002-1b64-4896-b354-365a80cedfd4" providerId="AD" clId="Web-{0E43E9CF-C88A-4768-930E-67B3D67E4F49}" dt="2025-10-29T14:37:07.419" v="20" actId="20577"/>
          <ac:spMkLst>
            <pc:docMk/>
            <pc:sldMk cId="166508605" sldId="272"/>
            <ac:spMk id="2" creationId="{68B4B48F-ABC7-B561-F8DF-5141D58F4A1E}"/>
          </ac:spMkLst>
        </pc:spChg>
      </pc:sldChg>
      <pc:sldChg chg="modSp">
        <pc:chgData name="Alexandros Nicolaou" userId="S::alexandros.nicolaou@conbotics.com::95dd0002-1b64-4896-b354-365a80cedfd4" providerId="AD" clId="Web-{0E43E9CF-C88A-4768-930E-67B3D67E4F49}" dt="2025-10-29T14:41:05.843" v="134" actId="1076"/>
        <pc:sldMkLst>
          <pc:docMk/>
          <pc:sldMk cId="2572560432" sldId="276"/>
        </pc:sldMkLst>
        <pc:spChg chg="mod">
          <ac:chgData name="Alexandros Nicolaou" userId="S::alexandros.nicolaou@conbotics.com::95dd0002-1b64-4896-b354-365a80cedfd4" providerId="AD" clId="Web-{0E43E9CF-C88A-4768-930E-67B3D67E4F49}" dt="2025-10-29T14:40:55.687" v="133" actId="1076"/>
          <ac:spMkLst>
            <pc:docMk/>
            <pc:sldMk cId="2572560432" sldId="276"/>
            <ac:spMk id="3" creationId="{6FD63F83-EB1C-F63A-AD3A-D55D4F0BFB51}"/>
          </ac:spMkLst>
        </pc:spChg>
        <pc:picChg chg="mod">
          <ac:chgData name="Alexandros Nicolaou" userId="S::alexandros.nicolaou@conbotics.com::95dd0002-1b64-4896-b354-365a80cedfd4" providerId="AD" clId="Web-{0E43E9CF-C88A-4768-930E-67B3D67E4F49}" dt="2025-10-29T14:41:05.843" v="134" actId="1076"/>
          <ac:picMkLst>
            <pc:docMk/>
            <pc:sldMk cId="2572560432" sldId="276"/>
            <ac:picMk id="4" creationId="{E347978F-A04B-841B-4BE7-82F4D26E13B3}"/>
          </ac:picMkLst>
        </pc:picChg>
      </pc:sldChg>
      <pc:sldChg chg="modSp">
        <pc:chgData name="Alexandros Nicolaou" userId="S::alexandros.nicolaou@conbotics.com::95dd0002-1b64-4896-b354-365a80cedfd4" providerId="AD" clId="Web-{0E43E9CF-C88A-4768-930E-67B3D67E4F49}" dt="2025-10-29T14:41:56.641" v="148" actId="20577"/>
        <pc:sldMkLst>
          <pc:docMk/>
          <pc:sldMk cId="3406922909" sldId="279"/>
        </pc:sldMkLst>
        <pc:spChg chg="mod">
          <ac:chgData name="Alexandros Nicolaou" userId="S::alexandros.nicolaou@conbotics.com::95dd0002-1b64-4896-b354-365a80cedfd4" providerId="AD" clId="Web-{0E43E9CF-C88A-4768-930E-67B3D67E4F49}" dt="2025-10-29T14:41:56.641" v="148" actId="20577"/>
          <ac:spMkLst>
            <pc:docMk/>
            <pc:sldMk cId="3406922909" sldId="279"/>
            <ac:spMk id="3" creationId="{40AFE3D3-18A6-C01C-7876-C90C828CADBF}"/>
          </ac:spMkLst>
        </pc:spChg>
      </pc:sldChg>
      <pc:sldChg chg="addSp delSp modSp">
        <pc:chgData name="Alexandros Nicolaou" userId="S::alexandros.nicolaou@conbotics.com::95dd0002-1b64-4896-b354-365a80cedfd4" providerId="AD" clId="Web-{0E43E9CF-C88A-4768-930E-67B3D67E4F49}" dt="2025-10-29T14:49:36.583" v="499" actId="1076"/>
        <pc:sldMkLst>
          <pc:docMk/>
          <pc:sldMk cId="753478602" sldId="280"/>
        </pc:sldMkLst>
        <pc:picChg chg="del">
          <ac:chgData name="Alexandros Nicolaou" userId="S::alexandros.nicolaou@conbotics.com::95dd0002-1b64-4896-b354-365a80cedfd4" providerId="AD" clId="Web-{0E43E9CF-C88A-4768-930E-67B3D67E4F49}" dt="2025-10-29T14:48:32.582" v="489"/>
          <ac:picMkLst>
            <pc:docMk/>
            <pc:sldMk cId="753478602" sldId="280"/>
            <ac:picMk id="4" creationId="{885F7050-E5BA-8056-9651-35C6ECFF3520}"/>
          </ac:picMkLst>
        </pc:picChg>
        <pc:picChg chg="add mod">
          <ac:chgData name="Alexandros Nicolaou" userId="S::alexandros.nicolaou@conbotics.com::95dd0002-1b64-4896-b354-365a80cedfd4" providerId="AD" clId="Web-{0E43E9CF-C88A-4768-930E-67B3D67E4F49}" dt="2025-10-29T14:48:41.910" v="493" actId="14100"/>
          <ac:picMkLst>
            <pc:docMk/>
            <pc:sldMk cId="753478602" sldId="280"/>
            <ac:picMk id="5" creationId="{D94AB887-7D81-BB24-BAEB-9749987BCD67}"/>
          </ac:picMkLst>
        </pc:picChg>
        <pc:picChg chg="add del mod">
          <ac:chgData name="Alexandros Nicolaou" userId="S::alexandros.nicolaou@conbotics.com::95dd0002-1b64-4896-b354-365a80cedfd4" providerId="AD" clId="Web-{0E43E9CF-C88A-4768-930E-67B3D67E4F49}" dt="2025-10-29T14:49:31.223" v="497"/>
          <ac:picMkLst>
            <pc:docMk/>
            <pc:sldMk cId="753478602" sldId="280"/>
            <ac:picMk id="6" creationId="{0017E896-FCE4-D358-5D00-7313BC2444F9}"/>
          </ac:picMkLst>
        </pc:picChg>
        <pc:picChg chg="add mod">
          <ac:chgData name="Alexandros Nicolaou" userId="S::alexandros.nicolaou@conbotics.com::95dd0002-1b64-4896-b354-365a80cedfd4" providerId="AD" clId="Web-{0E43E9CF-C88A-4768-930E-67B3D67E4F49}" dt="2025-10-29T14:49:36.583" v="499" actId="1076"/>
          <ac:picMkLst>
            <pc:docMk/>
            <pc:sldMk cId="753478602" sldId="280"/>
            <ac:picMk id="7" creationId="{96005294-C2D8-33A2-D36C-3F46FD128FAD}"/>
          </ac:picMkLst>
        </pc:picChg>
      </pc:sldChg>
      <pc:sldChg chg="ord">
        <pc:chgData name="Alexandros Nicolaou" userId="S::alexandros.nicolaou@conbotics.com::95dd0002-1b64-4896-b354-365a80cedfd4" providerId="AD" clId="Web-{0E43E9CF-C88A-4768-930E-67B3D67E4F49}" dt="2025-10-29T14:36:40.013" v="4"/>
        <pc:sldMkLst>
          <pc:docMk/>
          <pc:sldMk cId="887843386" sldId="281"/>
        </pc:sldMkLst>
      </pc:sldChg>
      <pc:sldChg chg="modSp">
        <pc:chgData name="Alexandros Nicolaou" userId="S::alexandros.nicolaou@conbotics.com::95dd0002-1b64-4896-b354-365a80cedfd4" providerId="AD" clId="Web-{0E43E9CF-C88A-4768-930E-67B3D67E4F49}" dt="2025-10-29T14:40:51.687" v="132" actId="1076"/>
        <pc:sldMkLst>
          <pc:docMk/>
          <pc:sldMk cId="917690862" sldId="282"/>
        </pc:sldMkLst>
        <pc:spChg chg="mod">
          <ac:chgData name="Alexandros Nicolaou" userId="S::alexandros.nicolaou@conbotics.com::95dd0002-1b64-4896-b354-365a80cedfd4" providerId="AD" clId="Web-{0E43E9CF-C88A-4768-930E-67B3D67E4F49}" dt="2025-10-29T14:40:51.687" v="132" actId="1076"/>
          <ac:spMkLst>
            <pc:docMk/>
            <pc:sldMk cId="917690862" sldId="282"/>
            <ac:spMk id="3" creationId="{9140F1B0-DCC5-54F4-3220-D9D6EBEF3957}"/>
          </ac:spMkLst>
        </pc:spChg>
      </pc:sldChg>
      <pc:sldChg chg="modSp">
        <pc:chgData name="Alexandros Nicolaou" userId="S::alexandros.nicolaou@conbotics.com::95dd0002-1b64-4896-b354-365a80cedfd4" providerId="AD" clId="Web-{0E43E9CF-C88A-4768-930E-67B3D67E4F49}" dt="2025-10-29T14:41:13.031" v="135" actId="1076"/>
        <pc:sldMkLst>
          <pc:docMk/>
          <pc:sldMk cId="177432248" sldId="283"/>
        </pc:sldMkLst>
        <pc:picChg chg="mod">
          <ac:chgData name="Alexandros Nicolaou" userId="S::alexandros.nicolaou@conbotics.com::95dd0002-1b64-4896-b354-365a80cedfd4" providerId="AD" clId="Web-{0E43E9CF-C88A-4768-930E-67B3D67E4F49}" dt="2025-10-29T14:41:13.031" v="135" actId="1076"/>
          <ac:picMkLst>
            <pc:docMk/>
            <pc:sldMk cId="177432248" sldId="283"/>
            <ac:picMk id="6" creationId="{B8EB4BC6-A70C-8741-B38C-CE4B566C2BDA}"/>
          </ac:picMkLst>
        </pc:picChg>
      </pc:sldChg>
      <pc:sldChg chg="modSp">
        <pc:chgData name="Alexandros Nicolaou" userId="S::alexandros.nicolaou@conbotics.com::95dd0002-1b64-4896-b354-365a80cedfd4" providerId="AD" clId="Web-{0E43E9CF-C88A-4768-930E-67B3D67E4F49}" dt="2025-10-29T14:57:55.386" v="718" actId="20577"/>
        <pc:sldMkLst>
          <pc:docMk/>
          <pc:sldMk cId="3552607287" sldId="284"/>
        </pc:sldMkLst>
        <pc:spChg chg="mod">
          <ac:chgData name="Alexandros Nicolaou" userId="S::alexandros.nicolaou@conbotics.com::95dd0002-1b64-4896-b354-365a80cedfd4" providerId="AD" clId="Web-{0E43E9CF-C88A-4768-930E-67B3D67E4F49}" dt="2025-10-29T14:57:55.386" v="718" actId="20577"/>
          <ac:spMkLst>
            <pc:docMk/>
            <pc:sldMk cId="3552607287" sldId="284"/>
            <ac:spMk id="3" creationId="{C362F3C4-DEF3-0870-74CD-DE66E0CAF97A}"/>
          </ac:spMkLst>
        </pc:spChg>
      </pc:sldChg>
      <pc:sldChg chg="modSp">
        <pc:chgData name="Alexandros Nicolaou" userId="S::alexandros.nicolaou@conbotics.com::95dd0002-1b64-4896-b354-365a80cedfd4" providerId="AD" clId="Web-{0E43E9CF-C88A-4768-930E-67B3D67E4F49}" dt="2025-10-29T14:40:45.562" v="131" actId="1076"/>
        <pc:sldMkLst>
          <pc:docMk/>
          <pc:sldMk cId="3985963499" sldId="287"/>
        </pc:sldMkLst>
        <pc:spChg chg="mod">
          <ac:chgData name="Alexandros Nicolaou" userId="S::alexandros.nicolaou@conbotics.com::95dd0002-1b64-4896-b354-365a80cedfd4" providerId="AD" clId="Web-{0E43E9CF-C88A-4768-930E-67B3D67E4F49}" dt="2025-10-29T14:40:45.562" v="131" actId="1076"/>
          <ac:spMkLst>
            <pc:docMk/>
            <pc:sldMk cId="3985963499" sldId="287"/>
            <ac:spMk id="3" creationId="{7BA0340E-93EB-4F4D-CC39-B9E6093DE975}"/>
          </ac:spMkLst>
        </pc:spChg>
      </pc:sldChg>
      <pc:sldChg chg="modSp">
        <pc:chgData name="Alexandros Nicolaou" userId="S::alexandros.nicolaou@conbotics.com::95dd0002-1b64-4896-b354-365a80cedfd4" providerId="AD" clId="Web-{0E43E9CF-C88A-4768-930E-67B3D67E4F49}" dt="2025-10-29T14:43:26.344" v="230" actId="1076"/>
        <pc:sldMkLst>
          <pc:docMk/>
          <pc:sldMk cId="1561735602" sldId="289"/>
        </pc:sldMkLst>
        <pc:spChg chg="mod">
          <ac:chgData name="Alexandros Nicolaou" userId="S::alexandros.nicolaou@conbotics.com::95dd0002-1b64-4896-b354-365a80cedfd4" providerId="AD" clId="Web-{0E43E9CF-C88A-4768-930E-67B3D67E4F49}" dt="2025-10-29T14:43:23.282" v="229" actId="20577"/>
          <ac:spMkLst>
            <pc:docMk/>
            <pc:sldMk cId="1561735602" sldId="289"/>
            <ac:spMk id="3" creationId="{00AFD707-9669-9C0C-680B-8881242487B3}"/>
          </ac:spMkLst>
        </pc:spChg>
        <pc:picChg chg="mod">
          <ac:chgData name="Alexandros Nicolaou" userId="S::alexandros.nicolaou@conbotics.com::95dd0002-1b64-4896-b354-365a80cedfd4" providerId="AD" clId="Web-{0E43E9CF-C88A-4768-930E-67B3D67E4F49}" dt="2025-10-29T14:43:26.344" v="230" actId="1076"/>
          <ac:picMkLst>
            <pc:docMk/>
            <pc:sldMk cId="1561735602" sldId="289"/>
            <ac:picMk id="5" creationId="{E481C695-250C-1FD2-8F88-65C2A75C66B5}"/>
          </ac:picMkLst>
        </pc:picChg>
      </pc:sldChg>
      <pc:sldChg chg="addSp delSp modSp add replId">
        <pc:chgData name="Alexandros Nicolaou" userId="S::alexandros.nicolaou@conbotics.com::95dd0002-1b64-4896-b354-365a80cedfd4" providerId="AD" clId="Web-{0E43E9CF-C88A-4768-930E-67B3D67E4F49}" dt="2025-10-29T14:39:24.827" v="128" actId="1076"/>
        <pc:sldMkLst>
          <pc:docMk/>
          <pc:sldMk cId="191856870" sldId="290"/>
        </pc:sldMkLst>
        <pc:spChg chg="mod">
          <ac:chgData name="Alexandros Nicolaou" userId="S::alexandros.nicolaou@conbotics.com::95dd0002-1b64-4896-b354-365a80cedfd4" providerId="AD" clId="Web-{0E43E9CF-C88A-4768-930E-67B3D67E4F49}" dt="2025-10-29T14:39:24.827" v="128" actId="1076"/>
          <ac:spMkLst>
            <pc:docMk/>
            <pc:sldMk cId="191856870" sldId="290"/>
            <ac:spMk id="3" creationId="{733FCB4A-3BA2-5409-2EF8-E800720EAEEB}"/>
          </ac:spMkLst>
        </pc:spChg>
        <pc:picChg chg="del">
          <ac:chgData name="Alexandros Nicolaou" userId="S::alexandros.nicolaou@conbotics.com::95dd0002-1b64-4896-b354-365a80cedfd4" providerId="AD" clId="Web-{0E43E9CF-C88A-4768-930E-67B3D67E4F49}" dt="2025-10-29T14:39:06.280" v="122"/>
          <ac:picMkLst>
            <pc:docMk/>
            <pc:sldMk cId="191856870" sldId="290"/>
            <ac:picMk id="4" creationId="{392AF1C9-333A-72B9-FD56-DBE476A7AAAF}"/>
          </ac:picMkLst>
        </pc:picChg>
        <pc:picChg chg="add mod">
          <ac:chgData name="Alexandros Nicolaou" userId="S::alexandros.nicolaou@conbotics.com::95dd0002-1b64-4896-b354-365a80cedfd4" providerId="AD" clId="Web-{0E43E9CF-C88A-4768-930E-67B3D67E4F49}" dt="2025-10-29T14:39:16.405" v="125" actId="1076"/>
          <ac:picMkLst>
            <pc:docMk/>
            <pc:sldMk cId="191856870" sldId="290"/>
            <ac:picMk id="5" creationId="{DAFFD732-12FC-C35C-10C3-4CA5F78E1CA7}"/>
          </ac:picMkLst>
        </pc:picChg>
      </pc:sldChg>
      <pc:sldChg chg="delSp modSp add replId">
        <pc:chgData name="Alexandros Nicolaou" userId="S::alexandros.nicolaou@conbotics.com::95dd0002-1b64-4896-b354-365a80cedfd4" providerId="AD" clId="Web-{0E43E9CF-C88A-4768-930E-67B3D67E4F49}" dt="2025-10-29T14:46:03.376" v="413" actId="14100"/>
        <pc:sldMkLst>
          <pc:docMk/>
          <pc:sldMk cId="2429076679" sldId="291"/>
        </pc:sldMkLst>
        <pc:spChg chg="mod">
          <ac:chgData name="Alexandros Nicolaou" userId="S::alexandros.nicolaou@conbotics.com::95dd0002-1b64-4896-b354-365a80cedfd4" providerId="AD" clId="Web-{0E43E9CF-C88A-4768-930E-67B3D67E4F49}" dt="2025-10-29T14:44:01.798" v="233" actId="20577"/>
          <ac:spMkLst>
            <pc:docMk/>
            <pc:sldMk cId="2429076679" sldId="291"/>
            <ac:spMk id="2" creationId="{E6C34793-30AD-7856-28D8-3E0D5F8091A7}"/>
          </ac:spMkLst>
        </pc:spChg>
        <pc:spChg chg="mod">
          <ac:chgData name="Alexandros Nicolaou" userId="S::alexandros.nicolaou@conbotics.com::95dd0002-1b64-4896-b354-365a80cedfd4" providerId="AD" clId="Web-{0E43E9CF-C88A-4768-930E-67B3D67E4F49}" dt="2025-10-29T14:46:03.376" v="413" actId="14100"/>
          <ac:spMkLst>
            <pc:docMk/>
            <pc:sldMk cId="2429076679" sldId="291"/>
            <ac:spMk id="3" creationId="{1D37F634-4500-2AA6-7B30-E0F731EA88AA}"/>
          </ac:spMkLst>
        </pc:spChg>
        <pc:picChg chg="del">
          <ac:chgData name="Alexandros Nicolaou" userId="S::alexandros.nicolaou@conbotics.com::95dd0002-1b64-4896-b354-365a80cedfd4" providerId="AD" clId="Web-{0E43E9CF-C88A-4768-930E-67B3D67E4F49}" dt="2025-10-29T14:45:59.205" v="412"/>
          <ac:picMkLst>
            <pc:docMk/>
            <pc:sldMk cId="2429076679" sldId="291"/>
            <ac:picMk id="4" creationId="{8679FC2B-D8E7-371A-F686-AFCC81546BCE}"/>
          </ac:picMkLst>
        </pc:picChg>
      </pc:sldChg>
      <pc:sldChg chg="delSp modSp add replId">
        <pc:chgData name="Alexandros Nicolaou" userId="S::alexandros.nicolaou@conbotics.com::95dd0002-1b64-4896-b354-365a80cedfd4" providerId="AD" clId="Web-{0E43E9CF-C88A-4768-930E-67B3D67E4F49}" dt="2025-10-29T14:56:20.572" v="661" actId="20577"/>
        <pc:sldMkLst>
          <pc:docMk/>
          <pc:sldMk cId="1986584386" sldId="292"/>
        </pc:sldMkLst>
        <pc:spChg chg="mod">
          <ac:chgData name="Alexandros Nicolaou" userId="S::alexandros.nicolaou@conbotics.com::95dd0002-1b64-4896-b354-365a80cedfd4" providerId="AD" clId="Web-{0E43E9CF-C88A-4768-930E-67B3D67E4F49}" dt="2025-10-29T14:56:20.572" v="661" actId="20577"/>
          <ac:spMkLst>
            <pc:docMk/>
            <pc:sldMk cId="1986584386" sldId="292"/>
            <ac:spMk id="3" creationId="{4176B8DC-DB3C-AD90-430B-98A697492450}"/>
          </ac:spMkLst>
        </pc:spChg>
        <pc:picChg chg="del">
          <ac:chgData name="Alexandros Nicolaou" userId="S::alexandros.nicolaou@conbotics.com::95dd0002-1b64-4896-b354-365a80cedfd4" providerId="AD" clId="Web-{0E43E9CF-C88A-4768-930E-67B3D67E4F49}" dt="2025-10-29T14:46:34.564" v="415"/>
          <ac:picMkLst>
            <pc:docMk/>
            <pc:sldMk cId="1986584386" sldId="292"/>
            <ac:picMk id="5" creationId="{2B6C8A92-11F4-AEA5-7FE9-78E1022E7D6F}"/>
          </ac:picMkLst>
        </pc:picChg>
      </pc:sldChg>
      <pc:sldChg chg="addSp delSp modSp add replId">
        <pc:chgData name="Alexandros Nicolaou" userId="S::alexandros.nicolaou@conbotics.com::95dd0002-1b64-4896-b354-365a80cedfd4" providerId="AD" clId="Web-{0E43E9CF-C88A-4768-930E-67B3D67E4F49}" dt="2025-10-29T15:22:56.882" v="801" actId="20577"/>
        <pc:sldMkLst>
          <pc:docMk/>
          <pc:sldMk cId="207286422" sldId="293"/>
        </pc:sldMkLst>
        <pc:spChg chg="mod">
          <ac:chgData name="Alexandros Nicolaou" userId="S::alexandros.nicolaou@conbotics.com::95dd0002-1b64-4896-b354-365a80cedfd4" providerId="AD" clId="Web-{0E43E9CF-C88A-4768-930E-67B3D67E4F49}" dt="2025-10-29T15:22:56.882" v="801" actId="20577"/>
          <ac:spMkLst>
            <pc:docMk/>
            <pc:sldMk cId="207286422" sldId="293"/>
            <ac:spMk id="2" creationId="{6580D0EA-5A2E-BC90-A480-91D138ADB6C5}"/>
          </ac:spMkLst>
        </pc:spChg>
        <pc:spChg chg="mod">
          <ac:chgData name="Alexandros Nicolaou" userId="S::alexandros.nicolaou@conbotics.com::95dd0002-1b64-4896-b354-365a80cedfd4" providerId="AD" clId="Web-{0E43E9CF-C88A-4768-930E-67B3D67E4F49}" dt="2025-10-29T14:51:59.132" v="515" actId="20577"/>
          <ac:spMkLst>
            <pc:docMk/>
            <pc:sldMk cId="207286422" sldId="293"/>
            <ac:spMk id="3" creationId="{4CD94873-CC70-CCCC-DACF-374F39485D6E}"/>
          </ac:spMkLst>
        </pc:spChg>
        <pc:spChg chg="del">
          <ac:chgData name="Alexandros Nicolaou" userId="S::alexandros.nicolaou@conbotics.com::95dd0002-1b64-4896-b354-365a80cedfd4" providerId="AD" clId="Web-{0E43E9CF-C88A-4768-930E-67B3D67E4F49}" dt="2025-10-29T14:52:02.319" v="516"/>
          <ac:spMkLst>
            <pc:docMk/>
            <pc:sldMk cId="207286422" sldId="293"/>
            <ac:spMk id="5" creationId="{BE7650B8-9DAD-5643-5F17-1D5AFF34FCDC}"/>
          </ac:spMkLst>
        </pc:spChg>
        <pc:spChg chg="add mod">
          <ac:chgData name="Alexandros Nicolaou" userId="S::alexandros.nicolaou@conbotics.com::95dd0002-1b64-4896-b354-365a80cedfd4" providerId="AD" clId="Web-{0E43E9CF-C88A-4768-930E-67B3D67E4F49}" dt="2025-10-29T15:22:53.460" v="798" actId="20577"/>
          <ac:spMkLst>
            <pc:docMk/>
            <pc:sldMk cId="207286422" sldId="293"/>
            <ac:spMk id="6" creationId="{8A02C688-D7A6-BD90-3112-5328A115D694}"/>
          </ac:spMkLst>
        </pc:spChg>
      </pc:sldChg>
      <pc:sldChg chg="modSp add ord replId">
        <pc:chgData name="Alexandros Nicolaou" userId="S::alexandros.nicolaou@conbotics.com::95dd0002-1b64-4896-b354-365a80cedfd4" providerId="AD" clId="Web-{0E43E9CF-C88A-4768-930E-67B3D67E4F49}" dt="2025-10-29T15:24:06.992" v="819" actId="20577"/>
        <pc:sldMkLst>
          <pc:docMk/>
          <pc:sldMk cId="1017729010" sldId="294"/>
        </pc:sldMkLst>
        <pc:spChg chg="mod">
          <ac:chgData name="Alexandros Nicolaou" userId="S::alexandros.nicolaou@conbotics.com::95dd0002-1b64-4896-b354-365a80cedfd4" providerId="AD" clId="Web-{0E43E9CF-C88A-4768-930E-67B3D67E4F49}" dt="2025-10-29T15:23:38.804" v="813" actId="20577"/>
          <ac:spMkLst>
            <pc:docMk/>
            <pc:sldMk cId="1017729010" sldId="294"/>
            <ac:spMk id="2" creationId="{43116C05-5722-3614-C8A3-2937E85982B9}"/>
          </ac:spMkLst>
        </pc:spChg>
        <pc:spChg chg="mod">
          <ac:chgData name="Alexandros Nicolaou" userId="S::alexandros.nicolaou@conbotics.com::95dd0002-1b64-4896-b354-365a80cedfd4" providerId="AD" clId="Web-{0E43E9CF-C88A-4768-930E-67B3D67E4F49}" dt="2025-10-29T15:24:06.992" v="819" actId="20577"/>
          <ac:spMkLst>
            <pc:docMk/>
            <pc:sldMk cId="1017729010" sldId="294"/>
            <ac:spMk id="3" creationId="{8D3F0B6E-BD99-042A-ACEC-748A5725C65A}"/>
          </ac:spMkLst>
        </pc:spChg>
      </pc:sldChg>
    </pc:docChg>
  </pc:docChgLst>
  <pc:docChgLst>
    <pc:chgData name="Alexandros Nicolaou" userId="S::alexandros.nicolaou@conbotics.com::95dd0002-1b64-4896-b354-365a80cedfd4" providerId="AD" clId="Web-{9BB64AEE-02D5-4F7B-812D-6E6986DD610C}"/>
    <pc:docChg chg="addSld delSld modSld sldOrd">
      <pc:chgData name="Alexandros Nicolaou" userId="S::alexandros.nicolaou@conbotics.com::95dd0002-1b64-4896-b354-365a80cedfd4" providerId="AD" clId="Web-{9BB64AEE-02D5-4F7B-812D-6E6986DD610C}" dt="2025-10-29T14:22:55.774" v="948" actId="20577"/>
      <pc:docMkLst>
        <pc:docMk/>
      </pc:docMkLst>
      <pc:sldChg chg="modSp">
        <pc:chgData name="Alexandros Nicolaou" userId="S::alexandros.nicolaou@conbotics.com::95dd0002-1b64-4896-b354-365a80cedfd4" providerId="AD" clId="Web-{9BB64AEE-02D5-4F7B-812D-6E6986DD610C}" dt="2025-10-29T14:11:16.541" v="601" actId="20577"/>
        <pc:sldMkLst>
          <pc:docMk/>
          <pc:sldMk cId="2568515501" sldId="265"/>
        </pc:sldMkLst>
        <pc:spChg chg="mod">
          <ac:chgData name="Alexandros Nicolaou" userId="S::alexandros.nicolaou@conbotics.com::95dd0002-1b64-4896-b354-365a80cedfd4" providerId="AD" clId="Web-{9BB64AEE-02D5-4F7B-812D-6E6986DD610C}" dt="2025-10-29T14:11:16.541" v="601" actId="20577"/>
          <ac:spMkLst>
            <pc:docMk/>
            <pc:sldMk cId="2568515501" sldId="265"/>
            <ac:spMk id="3" creationId="{F24B37D2-C4A9-96F3-6454-5F47B0BD2B27}"/>
          </ac:spMkLst>
        </pc:spChg>
      </pc:sldChg>
      <pc:sldChg chg="modSp">
        <pc:chgData name="Alexandros Nicolaou" userId="S::alexandros.nicolaou@conbotics.com::95dd0002-1b64-4896-b354-365a80cedfd4" providerId="AD" clId="Web-{9BB64AEE-02D5-4F7B-812D-6E6986DD610C}" dt="2025-10-29T14:16:15.832" v="674" actId="20577"/>
        <pc:sldMkLst>
          <pc:docMk/>
          <pc:sldMk cId="1238874794" sldId="267"/>
        </pc:sldMkLst>
        <pc:spChg chg="mod">
          <ac:chgData name="Alexandros Nicolaou" userId="S::alexandros.nicolaou@conbotics.com::95dd0002-1b64-4896-b354-365a80cedfd4" providerId="AD" clId="Web-{9BB64AEE-02D5-4F7B-812D-6E6986DD610C}" dt="2025-10-29T14:16:15.832" v="674" actId="20577"/>
          <ac:spMkLst>
            <pc:docMk/>
            <pc:sldMk cId="1238874794" sldId="267"/>
            <ac:spMk id="2" creationId="{DD55047D-BF11-7A67-0608-144993DD4036}"/>
          </ac:spMkLst>
        </pc:spChg>
      </pc:sldChg>
      <pc:sldChg chg="addSp modSp">
        <pc:chgData name="Alexandros Nicolaou" userId="S::alexandros.nicolaou@conbotics.com::95dd0002-1b64-4896-b354-365a80cedfd4" providerId="AD" clId="Web-{9BB64AEE-02D5-4F7B-812D-6E6986DD610C}" dt="2025-10-29T14:12:32.966" v="636" actId="1076"/>
        <pc:sldMkLst>
          <pc:docMk/>
          <pc:sldMk cId="32270343" sldId="268"/>
        </pc:sldMkLst>
        <pc:spChg chg="mod">
          <ac:chgData name="Alexandros Nicolaou" userId="S::alexandros.nicolaou@conbotics.com::95dd0002-1b64-4896-b354-365a80cedfd4" providerId="AD" clId="Web-{9BB64AEE-02D5-4F7B-812D-6E6986DD610C}" dt="2025-10-29T14:12:26.169" v="635" actId="20577"/>
          <ac:spMkLst>
            <pc:docMk/>
            <pc:sldMk cId="32270343" sldId="268"/>
            <ac:spMk id="3" creationId="{A530E5DD-B3A0-B09F-4482-5092463A793F}"/>
          </ac:spMkLst>
        </pc:spChg>
        <pc:spChg chg="mod">
          <ac:chgData name="Alexandros Nicolaou" userId="S::alexandros.nicolaou@conbotics.com::95dd0002-1b64-4896-b354-365a80cedfd4" providerId="AD" clId="Web-{9BB64AEE-02D5-4F7B-812D-6E6986DD610C}" dt="2025-10-29T14:12:32.966" v="636" actId="1076"/>
          <ac:spMkLst>
            <pc:docMk/>
            <pc:sldMk cId="32270343" sldId="268"/>
            <ac:spMk id="5" creationId="{0409B9D5-1672-3130-C689-EED1A3DA5DA7}"/>
          </ac:spMkLst>
        </pc:spChg>
        <pc:picChg chg="add mod">
          <ac:chgData name="Alexandros Nicolaou" userId="S::alexandros.nicolaou@conbotics.com::95dd0002-1b64-4896-b354-365a80cedfd4" providerId="AD" clId="Web-{9BB64AEE-02D5-4F7B-812D-6E6986DD610C}" dt="2025-10-29T14:10:52.682" v="593" actId="1076"/>
          <ac:picMkLst>
            <pc:docMk/>
            <pc:sldMk cId="32270343" sldId="268"/>
            <ac:picMk id="4" creationId="{F4C790D0-18E3-7EDA-5495-5C11C759A9B4}"/>
          </ac:picMkLst>
        </pc:picChg>
      </pc:sldChg>
      <pc:sldChg chg="addSp modSp ord">
        <pc:chgData name="Alexandros Nicolaou" userId="S::alexandros.nicolaou@conbotics.com::95dd0002-1b64-4896-b354-365a80cedfd4" providerId="AD" clId="Web-{9BB64AEE-02D5-4F7B-812D-6E6986DD610C}" dt="2025-10-29T14:14:16.126" v="647" actId="1076"/>
        <pc:sldMkLst>
          <pc:docMk/>
          <pc:sldMk cId="990614172" sldId="269"/>
        </pc:sldMkLst>
        <pc:picChg chg="add mod">
          <ac:chgData name="Alexandros Nicolaou" userId="S::alexandros.nicolaou@conbotics.com::95dd0002-1b64-4896-b354-365a80cedfd4" providerId="AD" clId="Web-{9BB64AEE-02D5-4F7B-812D-6E6986DD610C}" dt="2025-10-29T14:14:16.126" v="647" actId="1076"/>
          <ac:picMkLst>
            <pc:docMk/>
            <pc:sldMk cId="990614172" sldId="269"/>
            <ac:picMk id="4" creationId="{D113698D-E7D2-196B-5295-011BEA46AE88}"/>
          </ac:picMkLst>
        </pc:picChg>
      </pc:sldChg>
      <pc:sldChg chg="modSp">
        <pc:chgData name="Alexandros Nicolaou" userId="S::alexandros.nicolaou@conbotics.com::95dd0002-1b64-4896-b354-365a80cedfd4" providerId="AD" clId="Web-{9BB64AEE-02D5-4F7B-812D-6E6986DD610C}" dt="2025-10-29T14:16:34.957" v="678" actId="20577"/>
        <pc:sldMkLst>
          <pc:docMk/>
          <pc:sldMk cId="3511673097" sldId="271"/>
        </pc:sldMkLst>
        <pc:spChg chg="mod">
          <ac:chgData name="Alexandros Nicolaou" userId="S::alexandros.nicolaou@conbotics.com::95dd0002-1b64-4896-b354-365a80cedfd4" providerId="AD" clId="Web-{9BB64AEE-02D5-4F7B-812D-6E6986DD610C}" dt="2025-10-29T14:16:34.957" v="678" actId="20577"/>
          <ac:spMkLst>
            <pc:docMk/>
            <pc:sldMk cId="3511673097" sldId="271"/>
            <ac:spMk id="2" creationId="{0C6603EE-4EC7-8256-BBDB-5B6F028B6A02}"/>
          </ac:spMkLst>
        </pc:spChg>
      </pc:sldChg>
      <pc:sldChg chg="addSp modSp">
        <pc:chgData name="Alexandros Nicolaou" userId="S::alexandros.nicolaou@conbotics.com::95dd0002-1b64-4896-b354-365a80cedfd4" providerId="AD" clId="Web-{9BB64AEE-02D5-4F7B-812D-6E6986DD610C}" dt="2025-10-29T14:22:55.774" v="948" actId="20577"/>
        <pc:sldMkLst>
          <pc:docMk/>
          <pc:sldMk cId="166508605" sldId="272"/>
        </pc:sldMkLst>
        <pc:spChg chg="mod">
          <ac:chgData name="Alexandros Nicolaou" userId="S::alexandros.nicolaou@conbotics.com::95dd0002-1b64-4896-b354-365a80cedfd4" providerId="AD" clId="Web-{9BB64AEE-02D5-4F7B-812D-6E6986DD610C}" dt="2025-10-29T14:22:55.774" v="948" actId="20577"/>
          <ac:spMkLst>
            <pc:docMk/>
            <pc:sldMk cId="166508605" sldId="272"/>
            <ac:spMk id="2" creationId="{68B4B48F-ABC7-B561-F8DF-5141D58F4A1E}"/>
          </ac:spMkLst>
        </pc:spChg>
        <pc:spChg chg="mod">
          <ac:chgData name="Alexandros Nicolaou" userId="S::alexandros.nicolaou@conbotics.com::95dd0002-1b64-4896-b354-365a80cedfd4" providerId="AD" clId="Web-{9BB64AEE-02D5-4F7B-812D-6E6986DD610C}" dt="2025-10-29T14:22:41.539" v="942" actId="14100"/>
          <ac:spMkLst>
            <pc:docMk/>
            <pc:sldMk cId="166508605" sldId="272"/>
            <ac:spMk id="3" creationId="{E23F9123-9300-5D69-90D3-FE7475ABFA56}"/>
          </ac:spMkLst>
        </pc:spChg>
        <pc:spChg chg="add mod">
          <ac:chgData name="Alexandros Nicolaou" userId="S::alexandros.nicolaou@conbotics.com::95dd0002-1b64-4896-b354-365a80cedfd4" providerId="AD" clId="Web-{9BB64AEE-02D5-4F7B-812D-6E6986DD610C}" dt="2025-10-29T14:22:45.149" v="943" actId="1076"/>
          <ac:spMkLst>
            <pc:docMk/>
            <pc:sldMk cId="166508605" sldId="272"/>
            <ac:spMk id="5" creationId="{A532C209-B4A1-1A78-085D-95BA5CE4409E}"/>
          </ac:spMkLst>
        </pc:spChg>
      </pc:sldChg>
      <pc:sldChg chg="addSp delSp modSp del">
        <pc:chgData name="Alexandros Nicolaou" userId="S::alexandros.nicolaou@conbotics.com::95dd0002-1b64-4896-b354-365a80cedfd4" providerId="AD" clId="Web-{9BB64AEE-02D5-4F7B-812D-6E6986DD610C}" dt="2025-10-29T13:44:00.927" v="202"/>
        <pc:sldMkLst>
          <pc:docMk/>
          <pc:sldMk cId="973604834" sldId="275"/>
        </pc:sldMkLst>
        <pc:spChg chg="mod">
          <ac:chgData name="Alexandros Nicolaou" userId="S::alexandros.nicolaou@conbotics.com::95dd0002-1b64-4896-b354-365a80cedfd4" providerId="AD" clId="Web-{9BB64AEE-02D5-4F7B-812D-6E6986DD610C}" dt="2025-10-29T13:29:44.507" v="4" actId="20577"/>
          <ac:spMkLst>
            <pc:docMk/>
            <pc:sldMk cId="973604834" sldId="275"/>
            <ac:spMk id="3" creationId="{3D5B4429-7A6B-4984-B5D6-5E1C6C2C6F40}"/>
          </ac:spMkLst>
        </pc:spChg>
        <pc:picChg chg="add del mod">
          <ac:chgData name="Alexandros Nicolaou" userId="S::alexandros.nicolaou@conbotics.com::95dd0002-1b64-4896-b354-365a80cedfd4" providerId="AD" clId="Web-{9BB64AEE-02D5-4F7B-812D-6E6986DD610C}" dt="2025-10-29T13:30:31.694" v="7"/>
          <ac:picMkLst>
            <pc:docMk/>
            <pc:sldMk cId="973604834" sldId="275"/>
            <ac:picMk id="4" creationId="{76EAB3AB-0BC0-D16C-7E23-AB48B4E3907F}"/>
          </ac:picMkLst>
        </pc:picChg>
      </pc:sldChg>
      <pc:sldChg chg="addSp modSp ord">
        <pc:chgData name="Alexandros Nicolaou" userId="S::alexandros.nicolaou@conbotics.com::95dd0002-1b64-4896-b354-365a80cedfd4" providerId="AD" clId="Web-{9BB64AEE-02D5-4F7B-812D-6E6986DD610C}" dt="2025-10-29T13:50:08.978" v="279"/>
        <pc:sldMkLst>
          <pc:docMk/>
          <pc:sldMk cId="2572560432" sldId="276"/>
        </pc:sldMkLst>
        <pc:spChg chg="mod">
          <ac:chgData name="Alexandros Nicolaou" userId="S::alexandros.nicolaou@conbotics.com::95dd0002-1b64-4896-b354-365a80cedfd4" providerId="AD" clId="Web-{9BB64AEE-02D5-4F7B-812D-6E6986DD610C}" dt="2025-10-29T13:42:29.691" v="173" actId="20577"/>
          <ac:spMkLst>
            <pc:docMk/>
            <pc:sldMk cId="2572560432" sldId="276"/>
            <ac:spMk id="2" creationId="{1E9408EC-4F5C-68AE-32A3-D2662C1145CB}"/>
          </ac:spMkLst>
        </pc:spChg>
        <pc:spChg chg="mod">
          <ac:chgData name="Alexandros Nicolaou" userId="S::alexandros.nicolaou@conbotics.com::95dd0002-1b64-4896-b354-365a80cedfd4" providerId="AD" clId="Web-{9BB64AEE-02D5-4F7B-812D-6E6986DD610C}" dt="2025-10-29T13:41:55.066" v="162" actId="20577"/>
          <ac:spMkLst>
            <pc:docMk/>
            <pc:sldMk cId="2572560432" sldId="276"/>
            <ac:spMk id="3" creationId="{6FD63F83-EB1C-F63A-AD3A-D55D4F0BFB51}"/>
          </ac:spMkLst>
        </pc:spChg>
        <pc:picChg chg="add mod">
          <ac:chgData name="Alexandros Nicolaou" userId="S::alexandros.nicolaou@conbotics.com::95dd0002-1b64-4896-b354-365a80cedfd4" providerId="AD" clId="Web-{9BB64AEE-02D5-4F7B-812D-6E6986DD610C}" dt="2025-10-29T13:42:15.472" v="166" actId="14100"/>
          <ac:picMkLst>
            <pc:docMk/>
            <pc:sldMk cId="2572560432" sldId="276"/>
            <ac:picMk id="4" creationId="{E347978F-A04B-841B-4BE7-82F4D26E13B3}"/>
          </ac:picMkLst>
        </pc:picChg>
      </pc:sldChg>
      <pc:sldChg chg="addSp modSp del ord">
        <pc:chgData name="Alexandros Nicolaou" userId="S::alexandros.nicolaou@conbotics.com::95dd0002-1b64-4896-b354-365a80cedfd4" providerId="AD" clId="Web-{9BB64AEE-02D5-4F7B-812D-6E6986DD610C}" dt="2025-10-29T13:38:04.152" v="122"/>
        <pc:sldMkLst>
          <pc:docMk/>
          <pc:sldMk cId="1674619170" sldId="277"/>
        </pc:sldMkLst>
        <pc:spChg chg="mod">
          <ac:chgData name="Alexandros Nicolaou" userId="S::alexandros.nicolaou@conbotics.com::95dd0002-1b64-4896-b354-365a80cedfd4" providerId="AD" clId="Web-{9BB64AEE-02D5-4F7B-812D-6E6986DD610C}" dt="2025-10-29T13:36:23.915" v="94" actId="20577"/>
          <ac:spMkLst>
            <pc:docMk/>
            <pc:sldMk cId="1674619170" sldId="277"/>
            <ac:spMk id="2" creationId="{CCC87BE7-E446-1961-0494-DABFB59EE380}"/>
          </ac:spMkLst>
        </pc:spChg>
        <pc:spChg chg="mod">
          <ac:chgData name="Alexandros Nicolaou" userId="S::alexandros.nicolaou@conbotics.com::95dd0002-1b64-4896-b354-365a80cedfd4" providerId="AD" clId="Web-{9BB64AEE-02D5-4F7B-812D-6E6986DD610C}" dt="2025-10-29T13:38:02.230" v="121" actId="20577"/>
          <ac:spMkLst>
            <pc:docMk/>
            <pc:sldMk cId="1674619170" sldId="277"/>
            <ac:spMk id="3" creationId="{72F6A1EA-B986-CAEE-B177-777F726E819E}"/>
          </ac:spMkLst>
        </pc:spChg>
        <pc:picChg chg="add mod">
          <ac:chgData name="Alexandros Nicolaou" userId="S::alexandros.nicolaou@conbotics.com::95dd0002-1b64-4896-b354-365a80cedfd4" providerId="AD" clId="Web-{9BB64AEE-02D5-4F7B-812D-6E6986DD610C}" dt="2025-10-29T13:35:15.243" v="74" actId="1076"/>
          <ac:picMkLst>
            <pc:docMk/>
            <pc:sldMk cId="1674619170" sldId="277"/>
            <ac:picMk id="4" creationId="{E92E803E-3A0E-234E-FEF7-C2FD17B5C328}"/>
          </ac:picMkLst>
        </pc:picChg>
        <pc:picChg chg="add mod">
          <ac:chgData name="Alexandros Nicolaou" userId="S::alexandros.nicolaou@conbotics.com::95dd0002-1b64-4896-b354-365a80cedfd4" providerId="AD" clId="Web-{9BB64AEE-02D5-4F7B-812D-6E6986DD610C}" dt="2025-10-29T13:36:06.790" v="88" actId="14100"/>
          <ac:picMkLst>
            <pc:docMk/>
            <pc:sldMk cId="1674619170" sldId="277"/>
            <ac:picMk id="5" creationId="{F17BB60E-0687-7891-7912-900D69395B74}"/>
          </ac:picMkLst>
        </pc:picChg>
      </pc:sldChg>
      <pc:sldChg chg="addSp modSp ord">
        <pc:chgData name="Alexandros Nicolaou" userId="S::alexandros.nicolaou@conbotics.com::95dd0002-1b64-4896-b354-365a80cedfd4" providerId="AD" clId="Web-{9BB64AEE-02D5-4F7B-812D-6E6986DD610C}" dt="2025-10-29T13:44:23.615" v="205"/>
        <pc:sldMkLst>
          <pc:docMk/>
          <pc:sldMk cId="2057541894" sldId="278"/>
        </pc:sldMkLst>
        <pc:spChg chg="mod">
          <ac:chgData name="Alexandros Nicolaou" userId="S::alexandros.nicolaou@conbotics.com::95dd0002-1b64-4896-b354-365a80cedfd4" providerId="AD" clId="Web-{9BB64AEE-02D5-4F7B-812D-6E6986DD610C}" dt="2025-10-29T13:40:34.673" v="145" actId="14100"/>
          <ac:spMkLst>
            <pc:docMk/>
            <pc:sldMk cId="2057541894" sldId="278"/>
            <ac:spMk id="3" creationId="{FB844159-197B-898C-6207-BC9BB2930F3D}"/>
          </ac:spMkLst>
        </pc:spChg>
        <pc:picChg chg="add mod">
          <ac:chgData name="Alexandros Nicolaou" userId="S::alexandros.nicolaou@conbotics.com::95dd0002-1b64-4896-b354-365a80cedfd4" providerId="AD" clId="Web-{9BB64AEE-02D5-4F7B-812D-6E6986DD610C}" dt="2025-10-29T13:40:38.782" v="147" actId="14100"/>
          <ac:picMkLst>
            <pc:docMk/>
            <pc:sldMk cId="2057541894" sldId="278"/>
            <ac:picMk id="4" creationId="{1A20EC54-D5BF-1D5C-D8AB-1119634F1D0A}"/>
          </ac:picMkLst>
        </pc:picChg>
      </pc:sldChg>
      <pc:sldChg chg="addSp modSp">
        <pc:chgData name="Alexandros Nicolaou" userId="S::alexandros.nicolaou@conbotics.com::95dd0002-1b64-4896-b354-365a80cedfd4" providerId="AD" clId="Web-{9BB64AEE-02D5-4F7B-812D-6E6986DD610C}" dt="2025-10-29T14:07:27.446" v="583" actId="1076"/>
        <pc:sldMkLst>
          <pc:docMk/>
          <pc:sldMk cId="3406922909" sldId="279"/>
        </pc:sldMkLst>
        <pc:spChg chg="mod">
          <ac:chgData name="Alexandros Nicolaou" userId="S::alexandros.nicolaou@conbotics.com::95dd0002-1b64-4896-b354-365a80cedfd4" providerId="AD" clId="Web-{9BB64AEE-02D5-4F7B-812D-6E6986DD610C}" dt="2025-10-29T13:49:43.259" v="277" actId="20577"/>
          <ac:spMkLst>
            <pc:docMk/>
            <pc:sldMk cId="3406922909" sldId="279"/>
            <ac:spMk id="2" creationId="{57E291C2-7588-CBAF-CFE0-C9F5B4E03117}"/>
          </ac:spMkLst>
        </pc:spChg>
        <pc:spChg chg="mod">
          <ac:chgData name="Alexandros Nicolaou" userId="S::alexandros.nicolaou@conbotics.com::95dd0002-1b64-4896-b354-365a80cedfd4" providerId="AD" clId="Web-{9BB64AEE-02D5-4F7B-812D-6E6986DD610C}" dt="2025-10-29T14:07:09.524" v="580" actId="14100"/>
          <ac:spMkLst>
            <pc:docMk/>
            <pc:sldMk cId="3406922909" sldId="279"/>
            <ac:spMk id="3" creationId="{40AFE3D3-18A6-C01C-7876-C90C828CADBF}"/>
          </ac:spMkLst>
        </pc:spChg>
        <pc:picChg chg="add mod">
          <ac:chgData name="Alexandros Nicolaou" userId="S::alexandros.nicolaou@conbotics.com::95dd0002-1b64-4896-b354-365a80cedfd4" providerId="AD" clId="Web-{9BB64AEE-02D5-4F7B-812D-6E6986DD610C}" dt="2025-10-29T14:07:27.446" v="583" actId="1076"/>
          <ac:picMkLst>
            <pc:docMk/>
            <pc:sldMk cId="3406922909" sldId="279"/>
            <ac:picMk id="4" creationId="{B1CA7DEA-065E-DC04-87D4-AF85FBE0E966}"/>
          </ac:picMkLst>
        </pc:picChg>
      </pc:sldChg>
      <pc:sldChg chg="addSp modSp ord">
        <pc:chgData name="Alexandros Nicolaou" userId="S::alexandros.nicolaou@conbotics.com::95dd0002-1b64-4896-b354-365a80cedfd4" providerId="AD" clId="Web-{9BB64AEE-02D5-4F7B-812D-6E6986DD610C}" dt="2025-10-29T13:58:06.987" v="563" actId="20577"/>
        <pc:sldMkLst>
          <pc:docMk/>
          <pc:sldMk cId="753478602" sldId="280"/>
        </pc:sldMkLst>
        <pc:spChg chg="mod">
          <ac:chgData name="Alexandros Nicolaou" userId="S::alexandros.nicolaou@conbotics.com::95dd0002-1b64-4896-b354-365a80cedfd4" providerId="AD" clId="Web-{9BB64AEE-02D5-4F7B-812D-6E6986DD610C}" dt="2025-10-29T13:58:06.987" v="563" actId="20577"/>
          <ac:spMkLst>
            <pc:docMk/>
            <pc:sldMk cId="753478602" sldId="280"/>
            <ac:spMk id="2" creationId="{8BA29730-C3ED-0F63-4434-FF3D33AD3FDC}"/>
          </ac:spMkLst>
        </pc:spChg>
        <pc:picChg chg="add mod">
          <ac:chgData name="Alexandros Nicolaou" userId="S::alexandros.nicolaou@conbotics.com::95dd0002-1b64-4896-b354-365a80cedfd4" providerId="AD" clId="Web-{9BB64AEE-02D5-4F7B-812D-6E6986DD610C}" dt="2025-10-29T13:57:47.392" v="552" actId="1076"/>
          <ac:picMkLst>
            <pc:docMk/>
            <pc:sldMk cId="753478602" sldId="280"/>
            <ac:picMk id="4" creationId="{885F7050-E5BA-8056-9651-35C6ECFF3520}"/>
          </ac:picMkLst>
        </pc:picChg>
      </pc:sldChg>
      <pc:sldChg chg="addSp modSp">
        <pc:chgData name="Alexandros Nicolaou" userId="S::alexandros.nicolaou@conbotics.com::95dd0002-1b64-4896-b354-365a80cedfd4" providerId="AD" clId="Web-{9BB64AEE-02D5-4F7B-812D-6E6986DD610C}" dt="2025-10-29T14:15:34.940" v="670" actId="1076"/>
        <pc:sldMkLst>
          <pc:docMk/>
          <pc:sldMk cId="887843386" sldId="281"/>
        </pc:sldMkLst>
        <pc:spChg chg="mod">
          <ac:chgData name="Alexandros Nicolaou" userId="S::alexandros.nicolaou@conbotics.com::95dd0002-1b64-4896-b354-365a80cedfd4" providerId="AD" clId="Web-{9BB64AEE-02D5-4F7B-812D-6E6986DD610C}" dt="2025-10-29T14:15:23.237" v="665" actId="20577"/>
          <ac:spMkLst>
            <pc:docMk/>
            <pc:sldMk cId="887843386" sldId="281"/>
            <ac:spMk id="3" creationId="{0A80BDDF-FD80-EE9C-A1E2-909B0B2A3C75}"/>
          </ac:spMkLst>
        </pc:spChg>
        <pc:picChg chg="add mod">
          <ac:chgData name="Alexandros Nicolaou" userId="S::alexandros.nicolaou@conbotics.com::95dd0002-1b64-4896-b354-365a80cedfd4" providerId="AD" clId="Web-{9BB64AEE-02D5-4F7B-812D-6E6986DD610C}" dt="2025-10-29T14:15:34.940" v="670" actId="1076"/>
          <ac:picMkLst>
            <pc:docMk/>
            <pc:sldMk cId="887843386" sldId="281"/>
            <ac:picMk id="4" creationId="{6DD68FC8-C506-2AF9-8511-A9AA48A115E0}"/>
          </ac:picMkLst>
        </pc:picChg>
      </pc:sldChg>
      <pc:sldChg chg="addSp modSp add ord replId">
        <pc:chgData name="Alexandros Nicolaou" userId="S::alexandros.nicolaou@conbotics.com::95dd0002-1b64-4896-b354-365a80cedfd4" providerId="AD" clId="Web-{9BB64AEE-02D5-4F7B-812D-6E6986DD610C}" dt="2025-10-29T13:50:05.227" v="278"/>
        <pc:sldMkLst>
          <pc:docMk/>
          <pc:sldMk cId="917690862" sldId="282"/>
        </pc:sldMkLst>
        <pc:spChg chg="mod">
          <ac:chgData name="Alexandros Nicolaou" userId="S::alexandros.nicolaou@conbotics.com::95dd0002-1b64-4896-b354-365a80cedfd4" providerId="AD" clId="Web-{9BB64AEE-02D5-4F7B-812D-6E6986DD610C}" dt="2025-10-29T13:43:02.567" v="178" actId="20577"/>
          <ac:spMkLst>
            <pc:docMk/>
            <pc:sldMk cId="917690862" sldId="282"/>
            <ac:spMk id="2" creationId="{60454B96-EC05-B52C-8852-57A503249A15}"/>
          </ac:spMkLst>
        </pc:spChg>
        <pc:spChg chg="mod">
          <ac:chgData name="Alexandros Nicolaou" userId="S::alexandros.nicolaou@conbotics.com::95dd0002-1b64-4896-b354-365a80cedfd4" providerId="AD" clId="Web-{9BB64AEE-02D5-4F7B-812D-6E6986DD610C}" dt="2025-10-29T13:43:40.739" v="200" actId="20577"/>
          <ac:spMkLst>
            <pc:docMk/>
            <pc:sldMk cId="917690862" sldId="282"/>
            <ac:spMk id="3" creationId="{9140F1B0-DCC5-54F4-3220-D9D6EBEF3957}"/>
          </ac:spMkLst>
        </pc:spChg>
        <pc:picChg chg="add mod">
          <ac:chgData name="Alexandros Nicolaou" userId="S::alexandros.nicolaou@conbotics.com::95dd0002-1b64-4896-b354-365a80cedfd4" providerId="AD" clId="Web-{9BB64AEE-02D5-4F7B-812D-6E6986DD610C}" dt="2025-10-29T13:43:43.614" v="201" actId="14100"/>
          <ac:picMkLst>
            <pc:docMk/>
            <pc:sldMk cId="917690862" sldId="282"/>
            <ac:picMk id="4" creationId="{5280A47F-A78C-AA30-D45A-8E56D98CBF94}"/>
          </ac:picMkLst>
        </pc:picChg>
      </pc:sldChg>
      <pc:sldChg chg="addSp delSp modSp add replId">
        <pc:chgData name="Alexandros Nicolaou" userId="S::alexandros.nicolaou@conbotics.com::95dd0002-1b64-4896-b354-365a80cedfd4" providerId="AD" clId="Web-{9BB64AEE-02D5-4F7B-812D-6E6986DD610C}" dt="2025-10-29T13:44:10.537" v="203" actId="1076"/>
        <pc:sldMkLst>
          <pc:docMk/>
          <pc:sldMk cId="177432248" sldId="283"/>
        </pc:sldMkLst>
        <pc:spChg chg="mod">
          <ac:chgData name="Alexandros Nicolaou" userId="S::alexandros.nicolaou@conbotics.com::95dd0002-1b64-4896-b354-365a80cedfd4" providerId="AD" clId="Web-{9BB64AEE-02D5-4F7B-812D-6E6986DD610C}" dt="2025-10-29T13:44:10.537" v="203" actId="1076"/>
          <ac:spMkLst>
            <pc:docMk/>
            <pc:sldMk cId="177432248" sldId="283"/>
            <ac:spMk id="3" creationId="{45E19FB2-A27A-4B1C-34A5-688B05CF8130}"/>
          </ac:spMkLst>
        </pc:spChg>
        <pc:picChg chg="mod">
          <ac:chgData name="Alexandros Nicolaou" userId="S::alexandros.nicolaou@conbotics.com::95dd0002-1b64-4896-b354-365a80cedfd4" providerId="AD" clId="Web-{9BB64AEE-02D5-4F7B-812D-6E6986DD610C}" dt="2025-10-29T13:37:51.152" v="118" actId="1076"/>
          <ac:picMkLst>
            <pc:docMk/>
            <pc:sldMk cId="177432248" sldId="283"/>
            <ac:picMk id="4" creationId="{59FEC326-547F-E0DB-960D-7F3B67663821}"/>
          </ac:picMkLst>
        </pc:picChg>
        <pc:picChg chg="del">
          <ac:chgData name="Alexandros Nicolaou" userId="S::alexandros.nicolaou@conbotics.com::95dd0002-1b64-4896-b354-365a80cedfd4" providerId="AD" clId="Web-{9BB64AEE-02D5-4F7B-812D-6E6986DD610C}" dt="2025-10-29T13:37:11.978" v="111"/>
          <ac:picMkLst>
            <pc:docMk/>
            <pc:sldMk cId="177432248" sldId="283"/>
            <ac:picMk id="5" creationId="{518CA8DD-F059-4C58-DB6C-8584788F99AF}"/>
          </ac:picMkLst>
        </pc:picChg>
        <pc:picChg chg="add mod">
          <ac:chgData name="Alexandros Nicolaou" userId="S::alexandros.nicolaou@conbotics.com::95dd0002-1b64-4896-b354-365a80cedfd4" providerId="AD" clId="Web-{9BB64AEE-02D5-4F7B-812D-6E6986DD610C}" dt="2025-10-29T13:37:43.183" v="117" actId="14100"/>
          <ac:picMkLst>
            <pc:docMk/>
            <pc:sldMk cId="177432248" sldId="283"/>
            <ac:picMk id="6" creationId="{B8EB4BC6-A70C-8741-B38C-CE4B566C2BDA}"/>
          </ac:picMkLst>
        </pc:picChg>
      </pc:sldChg>
      <pc:sldChg chg="addSp delSp modSp add replId">
        <pc:chgData name="Alexandros Nicolaou" userId="S::alexandros.nicolaou@conbotics.com::95dd0002-1b64-4896-b354-365a80cedfd4" providerId="AD" clId="Web-{9BB64AEE-02D5-4F7B-812D-6E6986DD610C}" dt="2025-10-29T13:44:15.630" v="204" actId="1076"/>
        <pc:sldMkLst>
          <pc:docMk/>
          <pc:sldMk cId="3552607287" sldId="284"/>
        </pc:sldMkLst>
        <pc:spChg chg="mod">
          <ac:chgData name="Alexandros Nicolaou" userId="S::alexandros.nicolaou@conbotics.com::95dd0002-1b64-4896-b354-365a80cedfd4" providerId="AD" clId="Web-{9BB64AEE-02D5-4F7B-812D-6E6986DD610C}" dt="2025-10-29T13:44:15.630" v="204" actId="1076"/>
          <ac:spMkLst>
            <pc:docMk/>
            <pc:sldMk cId="3552607287" sldId="284"/>
            <ac:spMk id="3" creationId="{C362F3C4-DEF3-0870-74CD-DE66E0CAF97A}"/>
          </ac:spMkLst>
        </pc:spChg>
        <pc:picChg chg="del">
          <ac:chgData name="Alexandros Nicolaou" userId="S::alexandros.nicolaou@conbotics.com::95dd0002-1b64-4896-b354-365a80cedfd4" providerId="AD" clId="Web-{9BB64AEE-02D5-4F7B-812D-6E6986DD610C}" dt="2025-10-29T13:38:18.465" v="127"/>
          <ac:picMkLst>
            <pc:docMk/>
            <pc:sldMk cId="3552607287" sldId="284"/>
            <ac:picMk id="4" creationId="{10853A73-64D1-18DD-968D-F8CF8FB3254B}"/>
          </ac:picMkLst>
        </pc:picChg>
        <pc:picChg chg="mod">
          <ac:chgData name="Alexandros Nicolaou" userId="S::alexandros.nicolaou@conbotics.com::95dd0002-1b64-4896-b354-365a80cedfd4" providerId="AD" clId="Web-{9BB64AEE-02D5-4F7B-812D-6E6986DD610C}" dt="2025-10-29T13:38:22.966" v="128" actId="1076"/>
          <ac:picMkLst>
            <pc:docMk/>
            <pc:sldMk cId="3552607287" sldId="284"/>
            <ac:picMk id="5" creationId="{85A3D006-094D-912B-0EEA-CF2CE1C761C4}"/>
          </ac:picMkLst>
        </pc:picChg>
        <pc:picChg chg="add mod">
          <ac:chgData name="Alexandros Nicolaou" userId="S::alexandros.nicolaou@conbotics.com::95dd0002-1b64-4896-b354-365a80cedfd4" providerId="AD" clId="Web-{9BB64AEE-02D5-4F7B-812D-6E6986DD610C}" dt="2025-10-29T13:40:15.063" v="144" actId="14100"/>
          <ac:picMkLst>
            <pc:docMk/>
            <pc:sldMk cId="3552607287" sldId="284"/>
            <ac:picMk id="6" creationId="{A701AD94-7F8D-715C-4966-AED14CD5A29E}"/>
          </ac:picMkLst>
        </pc:picChg>
        <pc:picChg chg="add mod">
          <ac:chgData name="Alexandros Nicolaou" userId="S::alexandros.nicolaou@conbotics.com::95dd0002-1b64-4896-b354-365a80cedfd4" providerId="AD" clId="Web-{9BB64AEE-02D5-4F7B-812D-6E6986DD610C}" dt="2025-10-29T13:40:13.141" v="143" actId="1076"/>
          <ac:picMkLst>
            <pc:docMk/>
            <pc:sldMk cId="3552607287" sldId="284"/>
            <ac:picMk id="7" creationId="{9CE0B0CB-8555-7C7E-0FD1-910807DB0CCD}"/>
          </ac:picMkLst>
        </pc:picChg>
      </pc:sldChg>
      <pc:sldChg chg="delSp modSp add del replId">
        <pc:chgData name="Alexandros Nicolaou" userId="S::alexandros.nicolaou@conbotics.com::95dd0002-1b64-4896-b354-365a80cedfd4" providerId="AD" clId="Web-{9BB64AEE-02D5-4F7B-812D-6E6986DD610C}" dt="2025-10-29T13:46:05.272" v="253"/>
        <pc:sldMkLst>
          <pc:docMk/>
          <pc:sldMk cId="1754777571" sldId="285"/>
        </pc:sldMkLst>
        <pc:spChg chg="mod">
          <ac:chgData name="Alexandros Nicolaou" userId="S::alexandros.nicolaou@conbotics.com::95dd0002-1b64-4896-b354-365a80cedfd4" providerId="AD" clId="Web-{9BB64AEE-02D5-4F7B-812D-6E6986DD610C}" dt="2025-10-29T13:44:53.693" v="211" actId="20577"/>
          <ac:spMkLst>
            <pc:docMk/>
            <pc:sldMk cId="1754777571" sldId="285"/>
            <ac:spMk id="2" creationId="{67DD2D8B-F76B-7D20-8CC5-8E48BD9BA8F9}"/>
          </ac:spMkLst>
        </pc:spChg>
        <pc:spChg chg="mod">
          <ac:chgData name="Alexandros Nicolaou" userId="S::alexandros.nicolaou@conbotics.com::95dd0002-1b64-4896-b354-365a80cedfd4" providerId="AD" clId="Web-{9BB64AEE-02D5-4F7B-812D-6E6986DD610C}" dt="2025-10-29T13:45:38.085" v="248" actId="14100"/>
          <ac:spMkLst>
            <pc:docMk/>
            <pc:sldMk cId="1754777571" sldId="285"/>
            <ac:spMk id="3" creationId="{5CA05CD6-684A-E706-6052-1B06D56CAF31}"/>
          </ac:spMkLst>
        </pc:spChg>
        <pc:picChg chg="del">
          <ac:chgData name="Alexandros Nicolaou" userId="S::alexandros.nicolaou@conbotics.com::95dd0002-1b64-4896-b354-365a80cedfd4" providerId="AD" clId="Web-{9BB64AEE-02D5-4F7B-812D-6E6986DD610C}" dt="2025-10-29T13:44:55.881" v="212"/>
          <ac:picMkLst>
            <pc:docMk/>
            <pc:sldMk cId="1754777571" sldId="285"/>
            <ac:picMk id="4" creationId="{4E5199D0-C3CB-50A9-A318-7AAFA117F999}"/>
          </ac:picMkLst>
        </pc:picChg>
      </pc:sldChg>
      <pc:sldChg chg="add del replId">
        <pc:chgData name="Alexandros Nicolaou" userId="S::alexandros.nicolaou@conbotics.com::95dd0002-1b64-4896-b354-365a80cedfd4" providerId="AD" clId="Web-{9BB64AEE-02D5-4F7B-812D-6E6986DD610C}" dt="2025-10-29T13:46:07.241" v="254"/>
        <pc:sldMkLst>
          <pc:docMk/>
          <pc:sldMk cId="1644309286" sldId="286"/>
        </pc:sldMkLst>
      </pc:sldChg>
      <pc:sldChg chg="addSp modSp add ord replId">
        <pc:chgData name="Alexandros Nicolaou" userId="S::alexandros.nicolaou@conbotics.com::95dd0002-1b64-4896-b354-365a80cedfd4" providerId="AD" clId="Web-{9BB64AEE-02D5-4F7B-812D-6E6986DD610C}" dt="2025-10-29T13:47:28.273" v="267"/>
        <pc:sldMkLst>
          <pc:docMk/>
          <pc:sldMk cId="3985963499" sldId="287"/>
        </pc:sldMkLst>
        <pc:spChg chg="mod">
          <ac:chgData name="Alexandros Nicolaou" userId="S::alexandros.nicolaou@conbotics.com::95dd0002-1b64-4896-b354-365a80cedfd4" providerId="AD" clId="Web-{9BB64AEE-02D5-4F7B-812D-6E6986DD610C}" dt="2025-10-29T13:46:45.257" v="259" actId="14100"/>
          <ac:spMkLst>
            <pc:docMk/>
            <pc:sldMk cId="3985963499" sldId="287"/>
            <ac:spMk id="3" creationId="{7BA0340E-93EB-4F4D-CC39-B9E6093DE975}"/>
          </ac:spMkLst>
        </pc:spChg>
        <pc:picChg chg="add mod">
          <ac:chgData name="Alexandros Nicolaou" userId="S::alexandros.nicolaou@conbotics.com::95dd0002-1b64-4896-b354-365a80cedfd4" providerId="AD" clId="Web-{9BB64AEE-02D5-4F7B-812D-6E6986DD610C}" dt="2025-10-29T13:47:06.179" v="263" actId="1076"/>
          <ac:picMkLst>
            <pc:docMk/>
            <pc:sldMk cId="3985963499" sldId="287"/>
            <ac:picMk id="4" creationId="{C5AE9C1D-9210-82A1-6602-385AF3D92E77}"/>
          </ac:picMkLst>
        </pc:picChg>
        <pc:picChg chg="add mod">
          <ac:chgData name="Alexandros Nicolaou" userId="S::alexandros.nicolaou@conbotics.com::95dd0002-1b64-4896-b354-365a80cedfd4" providerId="AD" clId="Web-{9BB64AEE-02D5-4F7B-812D-6E6986DD610C}" dt="2025-10-29T13:47:09.539" v="264" actId="1076"/>
          <ac:picMkLst>
            <pc:docMk/>
            <pc:sldMk cId="3985963499" sldId="287"/>
            <ac:picMk id="5" creationId="{F327F2AB-ACC9-8742-B67E-98CF4DE0B84D}"/>
          </ac:picMkLst>
        </pc:picChg>
      </pc:sldChg>
      <pc:sldChg chg="addSp delSp modSp add ord replId">
        <pc:chgData name="Alexandros Nicolaou" userId="S::alexandros.nicolaou@conbotics.com::95dd0002-1b64-4896-b354-365a80cedfd4" providerId="AD" clId="Web-{9BB64AEE-02D5-4F7B-812D-6E6986DD610C}" dt="2025-10-29T13:57:04.751" v="549" actId="14100"/>
        <pc:sldMkLst>
          <pc:docMk/>
          <pc:sldMk cId="3073745609" sldId="288"/>
        </pc:sldMkLst>
        <pc:spChg chg="mod">
          <ac:chgData name="Alexandros Nicolaou" userId="S::alexandros.nicolaou@conbotics.com::95dd0002-1b64-4896-b354-365a80cedfd4" providerId="AD" clId="Web-{9BB64AEE-02D5-4F7B-812D-6E6986DD610C}" dt="2025-10-29T13:54:23.088" v="453" actId="20577"/>
          <ac:spMkLst>
            <pc:docMk/>
            <pc:sldMk cId="3073745609" sldId="288"/>
            <ac:spMk id="2" creationId="{5E87DFAD-7C15-3E3E-1B0B-9704E6565AE5}"/>
          </ac:spMkLst>
        </pc:spChg>
        <pc:spChg chg="mod">
          <ac:chgData name="Alexandros Nicolaou" userId="S::alexandros.nicolaou@conbotics.com::95dd0002-1b64-4896-b354-365a80cedfd4" providerId="AD" clId="Web-{9BB64AEE-02D5-4F7B-812D-6E6986DD610C}" dt="2025-10-29T13:57:04.751" v="549" actId="14100"/>
          <ac:spMkLst>
            <pc:docMk/>
            <pc:sldMk cId="3073745609" sldId="288"/>
            <ac:spMk id="3" creationId="{1706E1F2-22CA-27A0-7404-F5E11C4DB355}"/>
          </ac:spMkLst>
        </pc:spChg>
        <pc:picChg chg="del">
          <ac:chgData name="Alexandros Nicolaou" userId="S::alexandros.nicolaou@conbotics.com::95dd0002-1b64-4896-b354-365a80cedfd4" providerId="AD" clId="Web-{9BB64AEE-02D5-4F7B-812D-6E6986DD610C}" dt="2025-10-29T13:51:30.244" v="361"/>
          <ac:picMkLst>
            <pc:docMk/>
            <pc:sldMk cId="3073745609" sldId="288"/>
            <ac:picMk id="4" creationId="{C666B0C3-EDD1-3EDB-7025-5B60D882A44D}"/>
          </ac:picMkLst>
        </pc:picChg>
        <pc:picChg chg="add mod">
          <ac:chgData name="Alexandros Nicolaou" userId="S::alexandros.nicolaou@conbotics.com::95dd0002-1b64-4896-b354-365a80cedfd4" providerId="AD" clId="Web-{9BB64AEE-02D5-4F7B-812D-6E6986DD610C}" dt="2025-10-29T13:54:08.135" v="450" actId="1076"/>
          <ac:picMkLst>
            <pc:docMk/>
            <pc:sldMk cId="3073745609" sldId="288"/>
            <ac:picMk id="5" creationId="{F1538F5E-F011-5688-7270-F9E2681161FA}"/>
          </ac:picMkLst>
        </pc:picChg>
        <pc:picChg chg="add del mod modCrop">
          <ac:chgData name="Alexandros Nicolaou" userId="S::alexandros.nicolaou@conbotics.com::95dd0002-1b64-4896-b354-365a80cedfd4" providerId="AD" clId="Web-{9BB64AEE-02D5-4F7B-812D-6E6986DD610C}" dt="2025-10-29T13:53:36.526" v="448"/>
          <ac:picMkLst>
            <pc:docMk/>
            <pc:sldMk cId="3073745609" sldId="288"/>
            <ac:picMk id="6" creationId="{BD88FFA3-FA91-0EF2-EB99-6ACDDB341566}"/>
          </ac:picMkLst>
        </pc:picChg>
        <pc:picChg chg="add mod">
          <ac:chgData name="Alexandros Nicolaou" userId="S::alexandros.nicolaou@conbotics.com::95dd0002-1b64-4896-b354-365a80cedfd4" providerId="AD" clId="Web-{9BB64AEE-02D5-4F7B-812D-6E6986DD610C}" dt="2025-10-29T13:54:11.198" v="451" actId="1076"/>
          <ac:picMkLst>
            <pc:docMk/>
            <pc:sldMk cId="3073745609" sldId="288"/>
            <ac:picMk id="7" creationId="{D9C19980-CCD5-30AD-71BC-C6E10A8C06B2}"/>
          </ac:picMkLst>
        </pc:picChg>
      </pc:sldChg>
      <pc:sldChg chg="addSp delSp modSp add replId">
        <pc:chgData name="Alexandros Nicolaou" userId="S::alexandros.nicolaou@conbotics.com::95dd0002-1b64-4896-b354-365a80cedfd4" providerId="AD" clId="Web-{9BB64AEE-02D5-4F7B-812D-6E6986DD610C}" dt="2025-10-29T14:08:08.150" v="591" actId="1076"/>
        <pc:sldMkLst>
          <pc:docMk/>
          <pc:sldMk cId="1561735602" sldId="289"/>
        </pc:sldMkLst>
        <pc:spChg chg="mod">
          <ac:chgData name="Alexandros Nicolaou" userId="S::alexandros.nicolaou@conbotics.com::95dd0002-1b64-4896-b354-365a80cedfd4" providerId="AD" clId="Web-{9BB64AEE-02D5-4F7B-812D-6E6986DD610C}" dt="2025-10-29T14:08:02.509" v="589" actId="20577"/>
          <ac:spMkLst>
            <pc:docMk/>
            <pc:sldMk cId="1561735602" sldId="289"/>
            <ac:spMk id="3" creationId="{00AFD707-9669-9C0C-680B-8881242487B3}"/>
          </ac:spMkLst>
        </pc:spChg>
        <pc:picChg chg="del">
          <ac:chgData name="Alexandros Nicolaou" userId="S::alexandros.nicolaou@conbotics.com::95dd0002-1b64-4896-b354-365a80cedfd4" providerId="AD" clId="Web-{9BB64AEE-02D5-4F7B-812D-6E6986DD610C}" dt="2025-10-29T14:06:35.805" v="570"/>
          <ac:picMkLst>
            <pc:docMk/>
            <pc:sldMk cId="1561735602" sldId="289"/>
            <ac:picMk id="4" creationId="{55E62F8F-8222-E692-8A22-A171E3DC4E97}"/>
          </ac:picMkLst>
        </pc:picChg>
        <pc:picChg chg="add mod">
          <ac:chgData name="Alexandros Nicolaou" userId="S::alexandros.nicolaou@conbotics.com::95dd0002-1b64-4896-b354-365a80cedfd4" providerId="AD" clId="Web-{9BB64AEE-02D5-4F7B-812D-6E6986DD610C}" dt="2025-10-29T14:08:08.150" v="591" actId="1076"/>
          <ac:picMkLst>
            <pc:docMk/>
            <pc:sldMk cId="1561735602" sldId="289"/>
            <ac:picMk id="5" creationId="{E481C695-250C-1FD2-8F88-65C2A75C66B5}"/>
          </ac:picMkLst>
        </pc:picChg>
      </pc:sldChg>
    </pc:docChg>
  </pc:docChgLst>
  <pc:docChgLst>
    <pc:chgData name="Alexandros Nicolaou" userId="S::alexandros.nicolaou@conbotics.com::95dd0002-1b64-4896-b354-365a80cedfd4" providerId="AD" clId="Web-{E862AF5D-EBD3-491A-AECF-11F6CF0AD336}"/>
    <pc:docChg chg="modSld">
      <pc:chgData name="Alexandros Nicolaou" userId="S::alexandros.nicolaou@conbotics.com::95dd0002-1b64-4896-b354-365a80cedfd4" providerId="AD" clId="Web-{E862AF5D-EBD3-491A-AECF-11F6CF0AD336}" dt="2025-10-29T13:25:52.632" v="40" actId="20577"/>
      <pc:docMkLst>
        <pc:docMk/>
      </pc:docMkLst>
      <pc:sldChg chg="modSp">
        <pc:chgData name="Alexandros Nicolaou" userId="S::alexandros.nicolaou@conbotics.com::95dd0002-1b64-4896-b354-365a80cedfd4" providerId="AD" clId="Web-{E862AF5D-EBD3-491A-AECF-11F6CF0AD336}" dt="2025-10-29T13:25:52.632" v="40" actId="20577"/>
        <pc:sldMkLst>
          <pc:docMk/>
          <pc:sldMk cId="1023994216" sldId="257"/>
        </pc:sldMkLst>
        <pc:spChg chg="mod">
          <ac:chgData name="Alexandros Nicolaou" userId="S::alexandros.nicolaou@conbotics.com::95dd0002-1b64-4896-b354-365a80cedfd4" providerId="AD" clId="Web-{E862AF5D-EBD3-491A-AECF-11F6CF0AD336}" dt="2025-10-29T13:25:52.632" v="40" actId="20577"/>
          <ac:spMkLst>
            <pc:docMk/>
            <pc:sldMk cId="1023994216" sldId="257"/>
            <ac:spMk id="3" creationId="{0CC60AE3-CEDC-A6BF-C554-1AA90B8BA70E}"/>
          </ac:spMkLst>
        </pc:spChg>
      </pc:sldChg>
      <pc:sldChg chg="addSp modSp">
        <pc:chgData name="Alexandros Nicolaou" userId="S::alexandros.nicolaou@conbotics.com::95dd0002-1b64-4896-b354-365a80cedfd4" providerId="AD" clId="Web-{E862AF5D-EBD3-491A-AECF-11F6CF0AD336}" dt="2025-10-29T13:14:59.235" v="3" actId="1076"/>
        <pc:sldMkLst>
          <pc:docMk/>
          <pc:sldMk cId="2770485439" sldId="266"/>
        </pc:sldMkLst>
        <pc:picChg chg="add mod">
          <ac:chgData name="Alexandros Nicolaou" userId="S::alexandros.nicolaou@conbotics.com::95dd0002-1b64-4896-b354-365a80cedfd4" providerId="AD" clId="Web-{E862AF5D-EBD3-491A-AECF-11F6CF0AD336}" dt="2025-10-29T13:14:59.235" v="3" actId="1076"/>
          <ac:picMkLst>
            <pc:docMk/>
            <pc:sldMk cId="2770485439" sldId="266"/>
            <ac:picMk id="4" creationId="{31EC2AD5-26DE-9207-142C-F65F25A7475B}"/>
          </ac:picMkLst>
        </pc:picChg>
      </pc:sldChg>
    </pc:docChg>
  </pc:docChgLst>
  <pc:docChgLst>
    <pc:chgData name="Alexandros Nicolaou" userId="S::alexandros.nicolaou@conbotics.com::95dd0002-1b64-4896-b354-365a80cedfd4" providerId="AD" clId="Web-{0B886C9A-6CD1-4D3D-9BDE-1DDBAC5BE50A}"/>
    <pc:docChg chg="mod addSld delSld modSld sldOrd addMainMaster delMainMaster">
      <pc:chgData name="Alexandros Nicolaou" userId="S::alexandros.nicolaou@conbotics.com::95dd0002-1b64-4896-b354-365a80cedfd4" providerId="AD" clId="Web-{0B886C9A-6CD1-4D3D-9BDE-1DDBAC5BE50A}" dt="2025-10-29T10:15:41.233" v="3710"/>
      <pc:docMkLst>
        <pc:docMk/>
      </pc:docMkLst>
      <pc:sldChg chg="modSp mod setBg modClrScheme chgLayout">
        <pc:chgData name="Alexandros Nicolaou" userId="S::alexandros.nicolaou@conbotics.com::95dd0002-1b64-4896-b354-365a80cedfd4" providerId="AD" clId="Web-{0B886C9A-6CD1-4D3D-9BDE-1DDBAC5BE50A}" dt="2025-10-28T15:03:53.822" v="68"/>
        <pc:sldMkLst>
          <pc:docMk/>
          <pc:sldMk cId="109857222" sldId="256"/>
        </pc:sldMkLst>
        <pc:spChg chg="mod ord">
          <ac:chgData name="Alexandros Nicolaou" userId="S::alexandros.nicolaou@conbotics.com::95dd0002-1b64-4896-b354-365a80cedfd4" providerId="AD" clId="Web-{0B886C9A-6CD1-4D3D-9BDE-1DDBAC5BE50A}" dt="2025-10-28T15:03:42.400" v="6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Alexandros Nicolaou" userId="S::alexandros.nicolaou@conbotics.com::95dd0002-1b64-4896-b354-365a80cedfd4" providerId="AD" clId="Web-{0B886C9A-6CD1-4D3D-9BDE-1DDBAC5BE50A}" dt="2025-10-28T15:03:42.400" v="6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 mod modClrScheme chgLayout">
        <pc:chgData name="Alexandros Nicolaou" userId="S::alexandros.nicolaou@conbotics.com::95dd0002-1b64-4896-b354-365a80cedfd4" providerId="AD" clId="Web-{0B886C9A-6CD1-4D3D-9BDE-1DDBAC5BE50A}" dt="2025-10-29T10:08:56.448" v="3649"/>
        <pc:sldMkLst>
          <pc:docMk/>
          <pc:sldMk cId="1023994216" sldId="257"/>
        </pc:sldMkLst>
        <pc:spChg chg="mod ord">
          <ac:chgData name="Alexandros Nicolaou" userId="S::alexandros.nicolaou@conbotics.com::95dd0002-1b64-4896-b354-365a80cedfd4" providerId="AD" clId="Web-{0B886C9A-6CD1-4D3D-9BDE-1DDBAC5BE50A}" dt="2025-10-29T10:08:56.448" v="3649"/>
          <ac:spMkLst>
            <pc:docMk/>
            <pc:sldMk cId="1023994216" sldId="257"/>
            <ac:spMk id="2" creationId="{973EDFD5-B5C6-FCC6-E519-BA7B5AAED03A}"/>
          </ac:spMkLst>
        </pc:spChg>
        <pc:spChg chg="mod ord">
          <ac:chgData name="Alexandros Nicolaou" userId="S::alexandros.nicolaou@conbotics.com::95dd0002-1b64-4896-b354-365a80cedfd4" providerId="AD" clId="Web-{0B886C9A-6CD1-4D3D-9BDE-1DDBAC5BE50A}" dt="2025-10-28T15:30:59.169" v="386" actId="20577"/>
          <ac:spMkLst>
            <pc:docMk/>
            <pc:sldMk cId="1023994216" sldId="257"/>
            <ac:spMk id="3" creationId="{0CC60AE3-CEDC-A6BF-C554-1AA90B8BA70E}"/>
          </ac:spMkLst>
        </pc:spChg>
      </pc:sldChg>
      <pc:sldChg chg="addSp delSp modSp add ord replId">
        <pc:chgData name="Alexandros Nicolaou" userId="S::alexandros.nicolaou@conbotics.com::95dd0002-1b64-4896-b354-365a80cedfd4" providerId="AD" clId="Web-{0B886C9A-6CD1-4D3D-9BDE-1DDBAC5BE50A}" dt="2025-10-29T10:15:11.717" v="3703" actId="20577"/>
        <pc:sldMkLst>
          <pc:docMk/>
          <pc:sldMk cId="2892684697" sldId="258"/>
        </pc:sldMkLst>
        <pc:spChg chg="mod">
          <ac:chgData name="Alexandros Nicolaou" userId="S::alexandros.nicolaou@conbotics.com::95dd0002-1b64-4896-b354-365a80cedfd4" providerId="AD" clId="Web-{0B886C9A-6CD1-4D3D-9BDE-1DDBAC5BE50A}" dt="2025-10-29T10:12:58.855" v="3672" actId="20577"/>
          <ac:spMkLst>
            <pc:docMk/>
            <pc:sldMk cId="2892684697" sldId="258"/>
            <ac:spMk id="2" creationId="{3BFCC224-67CB-F08A-4D43-27A47C24BE74}"/>
          </ac:spMkLst>
        </pc:spChg>
        <pc:spChg chg="add del mod">
          <ac:chgData name="Alexandros Nicolaou" userId="S::alexandros.nicolaou@conbotics.com::95dd0002-1b64-4896-b354-365a80cedfd4" providerId="AD" clId="Web-{0B886C9A-6CD1-4D3D-9BDE-1DDBAC5BE50A}" dt="2025-10-29T10:15:11.717" v="3703" actId="20577"/>
          <ac:spMkLst>
            <pc:docMk/>
            <pc:sldMk cId="2892684697" sldId="258"/>
            <ac:spMk id="3" creationId="{91372862-7DD9-7B7F-EB74-57633C081630}"/>
          </ac:spMkLst>
        </pc:spChg>
        <pc:spChg chg="add del mod">
          <ac:chgData name="Alexandros Nicolaou" userId="S::alexandros.nicolaou@conbotics.com::95dd0002-1b64-4896-b354-365a80cedfd4" providerId="AD" clId="Web-{0B886C9A-6CD1-4D3D-9BDE-1DDBAC5BE50A}" dt="2025-10-29T10:15:05.248" v="3700"/>
          <ac:spMkLst>
            <pc:docMk/>
            <pc:sldMk cId="2892684697" sldId="258"/>
            <ac:spMk id="5" creationId="{29A59B65-40D7-EF9A-0A0E-4A594455D6E9}"/>
          </ac:spMkLst>
        </pc:spChg>
        <pc:spChg chg="add del mod">
          <ac:chgData name="Alexandros Nicolaou" userId="S::alexandros.nicolaou@conbotics.com::95dd0002-1b64-4896-b354-365a80cedfd4" providerId="AD" clId="Web-{0B886C9A-6CD1-4D3D-9BDE-1DDBAC5BE50A}" dt="2025-10-29T10:15:06.295" v="3701"/>
          <ac:spMkLst>
            <pc:docMk/>
            <pc:sldMk cId="2892684697" sldId="258"/>
            <ac:spMk id="6" creationId="{E638DFAE-CD1B-2E19-7EBA-1901317D03BA}"/>
          </ac:spMkLst>
        </pc:spChg>
        <pc:spChg chg="add del mod">
          <ac:chgData name="Alexandros Nicolaou" userId="S::alexandros.nicolaou@conbotics.com::95dd0002-1b64-4896-b354-365a80cedfd4" providerId="AD" clId="Web-{0B886C9A-6CD1-4D3D-9BDE-1DDBAC5BE50A}" dt="2025-10-28T16:08:51.446" v="1517"/>
          <ac:spMkLst>
            <pc:docMk/>
            <pc:sldMk cId="2892684697" sldId="258"/>
            <ac:spMk id="8" creationId="{E5452F1B-086E-258A-3B84-CA9DF1A151D7}"/>
          </ac:spMkLst>
        </pc:spChg>
      </pc:sldChg>
      <pc:sldChg chg="modSp add del replId">
        <pc:chgData name="Alexandros Nicolaou" userId="S::alexandros.nicolaou@conbotics.com::95dd0002-1b64-4896-b354-365a80cedfd4" providerId="AD" clId="Web-{0B886C9A-6CD1-4D3D-9BDE-1DDBAC5BE50A}" dt="2025-10-28T16:54:38.555" v="3213"/>
        <pc:sldMkLst>
          <pc:docMk/>
          <pc:sldMk cId="3671956580" sldId="259"/>
        </pc:sldMkLst>
        <pc:spChg chg="mod">
          <ac:chgData name="Alexandros Nicolaou" userId="S::alexandros.nicolaou@conbotics.com::95dd0002-1b64-4896-b354-365a80cedfd4" providerId="AD" clId="Web-{0B886C9A-6CD1-4D3D-9BDE-1DDBAC5BE50A}" dt="2025-10-28T16:54:37.446" v="3212" actId="20577"/>
          <ac:spMkLst>
            <pc:docMk/>
            <pc:sldMk cId="3671956580" sldId="259"/>
            <ac:spMk id="3" creationId="{DADF3A1A-1BF5-1D22-7DD2-84B46283B8D1}"/>
          </ac:spMkLst>
        </pc:spChg>
      </pc:sldChg>
      <pc:sldChg chg="addSp modSp add replId">
        <pc:chgData name="Alexandros Nicolaou" userId="S::alexandros.nicolaou@conbotics.com::95dd0002-1b64-4896-b354-365a80cedfd4" providerId="AD" clId="Web-{0B886C9A-6CD1-4D3D-9BDE-1DDBAC5BE50A}" dt="2025-10-29T10:14:32.748" v="3695" actId="20577"/>
        <pc:sldMkLst>
          <pc:docMk/>
          <pc:sldMk cId="1160737913" sldId="260"/>
        </pc:sldMkLst>
        <pc:spChg chg="mod">
          <ac:chgData name="Alexandros Nicolaou" userId="S::alexandros.nicolaou@conbotics.com::95dd0002-1b64-4896-b354-365a80cedfd4" providerId="AD" clId="Web-{0B886C9A-6CD1-4D3D-9BDE-1DDBAC5BE50A}" dt="2025-10-29T10:14:32.748" v="3695" actId="20577"/>
          <ac:spMkLst>
            <pc:docMk/>
            <pc:sldMk cId="1160737913" sldId="260"/>
            <ac:spMk id="2" creationId="{045AFAEA-0F4F-2245-EDFC-4A9CCAD5FDA9}"/>
          </ac:spMkLst>
        </pc:spChg>
        <pc:spChg chg="mod">
          <ac:chgData name="Alexandros Nicolaou" userId="S::alexandros.nicolaou@conbotics.com::95dd0002-1b64-4896-b354-365a80cedfd4" providerId="AD" clId="Web-{0B886C9A-6CD1-4D3D-9BDE-1DDBAC5BE50A}" dt="2025-10-28T16:58:48.182" v="3456" actId="20577"/>
          <ac:spMkLst>
            <pc:docMk/>
            <pc:sldMk cId="1160737913" sldId="260"/>
            <ac:spMk id="3" creationId="{BF8291BE-A1E6-DEE5-C95A-F6DD6C8EEB6A}"/>
          </ac:spMkLst>
        </pc:spChg>
        <pc:spChg chg="add mod">
          <ac:chgData name="Alexandros Nicolaou" userId="S::alexandros.nicolaou@conbotics.com::95dd0002-1b64-4896-b354-365a80cedfd4" providerId="AD" clId="Web-{0B886C9A-6CD1-4D3D-9BDE-1DDBAC5BE50A}" dt="2025-10-28T16:58:55.401" v="3459" actId="1076"/>
          <ac:spMkLst>
            <pc:docMk/>
            <pc:sldMk cId="1160737913" sldId="260"/>
            <ac:spMk id="5" creationId="{5A91998B-0ACB-941C-DDA6-BC459D1C8204}"/>
          </ac:spMkLst>
        </pc:spChg>
        <pc:spChg chg="add mod">
          <ac:chgData name="Alexandros Nicolaou" userId="S::alexandros.nicolaou@conbotics.com::95dd0002-1b64-4896-b354-365a80cedfd4" providerId="AD" clId="Web-{0B886C9A-6CD1-4D3D-9BDE-1DDBAC5BE50A}" dt="2025-10-28T16:59:04.558" v="3461" actId="1076"/>
          <ac:spMkLst>
            <pc:docMk/>
            <pc:sldMk cId="1160737913" sldId="260"/>
            <ac:spMk id="7" creationId="{EF68B9B4-FB33-5E56-F536-EB47CD0371BD}"/>
          </ac:spMkLst>
        </pc:spChg>
      </pc:sldChg>
      <pc:sldChg chg="modSp add replId">
        <pc:chgData name="Alexandros Nicolaou" userId="S::alexandros.nicolaou@conbotics.com::95dd0002-1b64-4896-b354-365a80cedfd4" providerId="AD" clId="Web-{0B886C9A-6CD1-4D3D-9BDE-1DDBAC5BE50A}" dt="2025-10-28T15:44:30.414" v="819" actId="20577"/>
        <pc:sldMkLst>
          <pc:docMk/>
          <pc:sldMk cId="724706807" sldId="261"/>
        </pc:sldMkLst>
        <pc:spChg chg="mod">
          <ac:chgData name="Alexandros Nicolaou" userId="S::alexandros.nicolaou@conbotics.com::95dd0002-1b64-4896-b354-365a80cedfd4" providerId="AD" clId="Web-{0B886C9A-6CD1-4D3D-9BDE-1DDBAC5BE50A}" dt="2025-10-28T15:34:55.563" v="532" actId="20577"/>
          <ac:spMkLst>
            <pc:docMk/>
            <pc:sldMk cId="724706807" sldId="261"/>
            <ac:spMk id="2" creationId="{2982A273-607F-F152-0451-FBF8E2ABD490}"/>
          </ac:spMkLst>
        </pc:spChg>
        <pc:spChg chg="mod">
          <ac:chgData name="Alexandros Nicolaou" userId="S::alexandros.nicolaou@conbotics.com::95dd0002-1b64-4896-b354-365a80cedfd4" providerId="AD" clId="Web-{0B886C9A-6CD1-4D3D-9BDE-1DDBAC5BE50A}" dt="2025-10-28T15:44:30.414" v="819" actId="20577"/>
          <ac:spMkLst>
            <pc:docMk/>
            <pc:sldMk cId="724706807" sldId="261"/>
            <ac:spMk id="3" creationId="{929BDB2B-4049-8F95-65E4-D0A057E39629}"/>
          </ac:spMkLst>
        </pc:spChg>
      </pc:sldChg>
      <pc:sldChg chg="modSp add del replId">
        <pc:chgData name="Alexandros Nicolaou" userId="S::alexandros.nicolaou@conbotics.com::95dd0002-1b64-4896-b354-365a80cedfd4" providerId="AD" clId="Web-{0B886C9A-6CD1-4D3D-9BDE-1DDBAC5BE50A}" dt="2025-10-29T10:14:40.826" v="3696"/>
        <pc:sldMkLst>
          <pc:docMk/>
          <pc:sldMk cId="2820539707" sldId="262"/>
        </pc:sldMkLst>
        <pc:spChg chg="mod">
          <ac:chgData name="Alexandros Nicolaou" userId="S::alexandros.nicolaou@conbotics.com::95dd0002-1b64-4896-b354-365a80cedfd4" providerId="AD" clId="Web-{0B886C9A-6CD1-4D3D-9BDE-1DDBAC5BE50A}" dt="2025-10-28T15:30:37.560" v="384" actId="20577"/>
          <ac:spMkLst>
            <pc:docMk/>
            <pc:sldMk cId="2820539707" sldId="262"/>
            <ac:spMk id="3" creationId="{6AF7780C-AAB6-9F01-FE40-AE8BC2C61DE5}"/>
          </ac:spMkLst>
        </pc:spChg>
      </pc:sldChg>
      <pc:sldChg chg="modSp add replId">
        <pc:chgData name="Alexandros Nicolaou" userId="S::alexandros.nicolaou@conbotics.com::95dd0002-1b64-4896-b354-365a80cedfd4" providerId="AD" clId="Web-{0B886C9A-6CD1-4D3D-9BDE-1DDBAC5BE50A}" dt="2025-10-29T10:08:51.807" v="3648"/>
        <pc:sldMkLst>
          <pc:docMk/>
          <pc:sldMk cId="2459363100" sldId="263"/>
        </pc:sldMkLst>
        <pc:spChg chg="mod">
          <ac:chgData name="Alexandros Nicolaou" userId="S::alexandros.nicolaou@conbotics.com::95dd0002-1b64-4896-b354-365a80cedfd4" providerId="AD" clId="Web-{0B886C9A-6CD1-4D3D-9BDE-1DDBAC5BE50A}" dt="2025-10-29T10:08:51.807" v="3648"/>
          <ac:spMkLst>
            <pc:docMk/>
            <pc:sldMk cId="2459363100" sldId="263"/>
            <ac:spMk id="2" creationId="{D87ECFE8-AFB0-D495-F5F5-48CFB5EE215C}"/>
          </ac:spMkLst>
        </pc:spChg>
        <pc:spChg chg="mod">
          <ac:chgData name="Alexandros Nicolaou" userId="S::alexandros.nicolaou@conbotics.com::95dd0002-1b64-4896-b354-365a80cedfd4" providerId="AD" clId="Web-{0B886C9A-6CD1-4D3D-9BDE-1DDBAC5BE50A}" dt="2025-10-28T15:34:37.016" v="525" actId="20577"/>
          <ac:spMkLst>
            <pc:docMk/>
            <pc:sldMk cId="2459363100" sldId="263"/>
            <ac:spMk id="3" creationId="{BF7B35EE-E005-00A7-DFCE-A24C584FAAA5}"/>
          </ac:spMkLst>
        </pc:spChg>
      </pc:sldChg>
      <pc:sldChg chg="modSp add replId">
        <pc:chgData name="Alexandros Nicolaou" userId="S::alexandros.nicolaou@conbotics.com::95dd0002-1b64-4896-b354-365a80cedfd4" providerId="AD" clId="Web-{0B886C9A-6CD1-4D3D-9BDE-1DDBAC5BE50A}" dt="2025-10-28T15:55:19.277" v="1130" actId="20577"/>
        <pc:sldMkLst>
          <pc:docMk/>
          <pc:sldMk cId="4040991867" sldId="264"/>
        </pc:sldMkLst>
        <pc:spChg chg="mod">
          <ac:chgData name="Alexandros Nicolaou" userId="S::alexandros.nicolaou@conbotics.com::95dd0002-1b64-4896-b354-365a80cedfd4" providerId="AD" clId="Web-{0B886C9A-6CD1-4D3D-9BDE-1DDBAC5BE50A}" dt="2025-10-28T15:55:19.277" v="1130" actId="20577"/>
          <ac:spMkLst>
            <pc:docMk/>
            <pc:sldMk cId="4040991867" sldId="264"/>
            <ac:spMk id="3" creationId="{44735BC0-190E-A783-9039-06A7639DE714}"/>
          </ac:spMkLst>
        </pc:spChg>
      </pc:sldChg>
      <pc:sldChg chg="addSp modSp add replId">
        <pc:chgData name="Alexandros Nicolaou" userId="S::alexandros.nicolaou@conbotics.com::95dd0002-1b64-4896-b354-365a80cedfd4" providerId="AD" clId="Web-{0B886C9A-6CD1-4D3D-9BDE-1DDBAC5BE50A}" dt="2025-10-29T10:12:23.996" v="3664" actId="20577"/>
        <pc:sldMkLst>
          <pc:docMk/>
          <pc:sldMk cId="2568515501" sldId="265"/>
        </pc:sldMkLst>
        <pc:spChg chg="mod">
          <ac:chgData name="Alexandros Nicolaou" userId="S::alexandros.nicolaou@conbotics.com::95dd0002-1b64-4896-b354-365a80cedfd4" providerId="AD" clId="Web-{0B886C9A-6CD1-4D3D-9BDE-1DDBAC5BE50A}" dt="2025-10-29T10:12:23.996" v="3664" actId="20577"/>
          <ac:spMkLst>
            <pc:docMk/>
            <pc:sldMk cId="2568515501" sldId="265"/>
            <ac:spMk id="2" creationId="{9D152CEE-39BE-7118-AAEF-00D4FE609A98}"/>
          </ac:spMkLst>
        </pc:spChg>
        <pc:spChg chg="mod">
          <ac:chgData name="Alexandros Nicolaou" userId="S::alexandros.nicolaou@conbotics.com::95dd0002-1b64-4896-b354-365a80cedfd4" providerId="AD" clId="Web-{0B886C9A-6CD1-4D3D-9BDE-1DDBAC5BE50A}" dt="2025-10-28T16:03:45.907" v="1349" actId="20577"/>
          <ac:spMkLst>
            <pc:docMk/>
            <pc:sldMk cId="2568515501" sldId="265"/>
            <ac:spMk id="3" creationId="{F24B37D2-C4A9-96F3-6454-5F47B0BD2B27}"/>
          </ac:spMkLst>
        </pc:spChg>
        <pc:spChg chg="add mod">
          <ac:chgData name="Alexandros Nicolaou" userId="S::alexandros.nicolaou@conbotics.com::95dd0002-1b64-4896-b354-365a80cedfd4" providerId="AD" clId="Web-{0B886C9A-6CD1-4D3D-9BDE-1DDBAC5BE50A}" dt="2025-10-28T16:03:54.392" v="1352" actId="1076"/>
          <ac:spMkLst>
            <pc:docMk/>
            <pc:sldMk cId="2568515501" sldId="265"/>
            <ac:spMk id="5" creationId="{19F03F5C-C865-6761-450E-FD0CDD20822F}"/>
          </ac:spMkLst>
        </pc:spChg>
        <pc:spChg chg="add mod">
          <ac:chgData name="Alexandros Nicolaou" userId="S::alexandros.nicolaou@conbotics.com::95dd0002-1b64-4896-b354-365a80cedfd4" providerId="AD" clId="Web-{0B886C9A-6CD1-4D3D-9BDE-1DDBAC5BE50A}" dt="2025-10-28T16:03:49.298" v="1351" actId="1076"/>
          <ac:spMkLst>
            <pc:docMk/>
            <pc:sldMk cId="2568515501" sldId="265"/>
            <ac:spMk id="7" creationId="{98BB8B6D-E086-E444-9C45-D08E06A0942C}"/>
          </ac:spMkLst>
        </pc:spChg>
      </pc:sldChg>
      <pc:sldChg chg="addSp delSp modSp add replId">
        <pc:chgData name="Alexandros Nicolaou" userId="S::alexandros.nicolaou@conbotics.com::95dd0002-1b64-4896-b354-365a80cedfd4" providerId="AD" clId="Web-{0B886C9A-6CD1-4D3D-9BDE-1DDBAC5BE50A}" dt="2025-10-29T10:12:26.293" v="3665" actId="20577"/>
        <pc:sldMkLst>
          <pc:docMk/>
          <pc:sldMk cId="2770485439" sldId="266"/>
        </pc:sldMkLst>
        <pc:spChg chg="mod">
          <ac:chgData name="Alexandros Nicolaou" userId="S::alexandros.nicolaou@conbotics.com::95dd0002-1b64-4896-b354-365a80cedfd4" providerId="AD" clId="Web-{0B886C9A-6CD1-4D3D-9BDE-1DDBAC5BE50A}" dt="2025-10-29T10:12:26.293" v="3665" actId="20577"/>
          <ac:spMkLst>
            <pc:docMk/>
            <pc:sldMk cId="2770485439" sldId="266"/>
            <ac:spMk id="2" creationId="{7B1EDD38-92B5-C88E-EEFB-D62002E801D4}"/>
          </ac:spMkLst>
        </pc:spChg>
        <pc:spChg chg="mod">
          <ac:chgData name="Alexandros Nicolaou" userId="S::alexandros.nicolaou@conbotics.com::95dd0002-1b64-4896-b354-365a80cedfd4" providerId="AD" clId="Web-{0B886C9A-6CD1-4D3D-9BDE-1DDBAC5BE50A}" dt="2025-10-28T16:03:14.327" v="1339" actId="20577"/>
          <ac:spMkLst>
            <pc:docMk/>
            <pc:sldMk cId="2770485439" sldId="266"/>
            <ac:spMk id="3" creationId="{A0FA4CC3-88DF-6702-F3EB-FE3EABC1A9FE}"/>
          </ac:spMkLst>
        </pc:spChg>
        <pc:spChg chg="add del">
          <ac:chgData name="Alexandros Nicolaou" userId="S::alexandros.nicolaou@conbotics.com::95dd0002-1b64-4896-b354-365a80cedfd4" providerId="AD" clId="Web-{0B886C9A-6CD1-4D3D-9BDE-1DDBAC5BE50A}" dt="2025-10-28T16:02:07.029" v="1325"/>
          <ac:spMkLst>
            <pc:docMk/>
            <pc:sldMk cId="2770485439" sldId="266"/>
            <ac:spMk id="4" creationId="{9CB73850-A49D-080D-6624-91A1FEFFA68C}"/>
          </ac:spMkLst>
        </pc:spChg>
        <pc:spChg chg="add mod">
          <ac:chgData name="Alexandros Nicolaou" userId="S::alexandros.nicolaou@conbotics.com::95dd0002-1b64-4896-b354-365a80cedfd4" providerId="AD" clId="Web-{0B886C9A-6CD1-4D3D-9BDE-1DDBAC5BE50A}" dt="2025-10-28T16:03:05.373" v="1335" actId="1076"/>
          <ac:spMkLst>
            <pc:docMk/>
            <pc:sldMk cId="2770485439" sldId="266"/>
            <ac:spMk id="5" creationId="{833F02FF-56F1-223E-2FFD-B18143BCE387}"/>
          </ac:spMkLst>
        </pc:spChg>
        <pc:spChg chg="add mod">
          <ac:chgData name="Alexandros Nicolaou" userId="S::alexandros.nicolaou@conbotics.com::95dd0002-1b64-4896-b354-365a80cedfd4" providerId="AD" clId="Web-{0B886C9A-6CD1-4D3D-9BDE-1DDBAC5BE50A}" dt="2025-10-28T16:03:26.781" v="1343" actId="20577"/>
          <ac:spMkLst>
            <pc:docMk/>
            <pc:sldMk cId="2770485439" sldId="266"/>
            <ac:spMk id="6" creationId="{75AC820E-C3F9-9F8C-E128-6CA181C619A9}"/>
          </ac:spMkLst>
        </pc:spChg>
      </pc:sldChg>
      <pc:sldChg chg="addSp delSp modSp add replId">
        <pc:chgData name="Alexandros Nicolaou" userId="S::alexandros.nicolaou@conbotics.com::95dd0002-1b64-4896-b354-365a80cedfd4" providerId="AD" clId="Web-{0B886C9A-6CD1-4D3D-9BDE-1DDBAC5BE50A}" dt="2025-10-29T10:12:32.558" v="3667" actId="20577"/>
        <pc:sldMkLst>
          <pc:docMk/>
          <pc:sldMk cId="1238874794" sldId="267"/>
        </pc:sldMkLst>
        <pc:spChg chg="mod">
          <ac:chgData name="Alexandros Nicolaou" userId="S::alexandros.nicolaou@conbotics.com::95dd0002-1b64-4896-b354-365a80cedfd4" providerId="AD" clId="Web-{0B886C9A-6CD1-4D3D-9BDE-1DDBAC5BE50A}" dt="2025-10-29T10:12:32.558" v="3667" actId="20577"/>
          <ac:spMkLst>
            <pc:docMk/>
            <pc:sldMk cId="1238874794" sldId="267"/>
            <ac:spMk id="2" creationId="{DD55047D-BF11-7A67-0608-144993DD4036}"/>
          </ac:spMkLst>
        </pc:spChg>
        <pc:spChg chg="mod">
          <ac:chgData name="Alexandros Nicolaou" userId="S::alexandros.nicolaou@conbotics.com::95dd0002-1b64-4896-b354-365a80cedfd4" providerId="AD" clId="Web-{0B886C9A-6CD1-4D3D-9BDE-1DDBAC5BE50A}" dt="2025-10-28T16:27:26.170" v="1846" actId="20577"/>
          <ac:spMkLst>
            <pc:docMk/>
            <pc:sldMk cId="1238874794" sldId="267"/>
            <ac:spMk id="3" creationId="{824AF7AE-A604-FD76-D7FB-50744C89C9D1}"/>
          </ac:spMkLst>
        </pc:spChg>
        <pc:spChg chg="del">
          <ac:chgData name="Alexandros Nicolaou" userId="S::alexandros.nicolaou@conbotics.com::95dd0002-1b64-4896-b354-365a80cedfd4" providerId="AD" clId="Web-{0B886C9A-6CD1-4D3D-9BDE-1DDBAC5BE50A}" dt="2025-10-28T16:16:22.189" v="1565"/>
          <ac:spMkLst>
            <pc:docMk/>
            <pc:sldMk cId="1238874794" sldId="267"/>
            <ac:spMk id="5" creationId="{7653EAFA-499E-07E7-61C5-82D98A8FCEA0}"/>
          </ac:spMkLst>
        </pc:spChg>
        <pc:spChg chg="add mod">
          <ac:chgData name="Alexandros Nicolaou" userId="S::alexandros.nicolaou@conbotics.com::95dd0002-1b64-4896-b354-365a80cedfd4" providerId="AD" clId="Web-{0B886C9A-6CD1-4D3D-9BDE-1DDBAC5BE50A}" dt="2025-10-28T16:27:28.217" v="1847" actId="1076"/>
          <ac:spMkLst>
            <pc:docMk/>
            <pc:sldMk cId="1238874794" sldId="267"/>
            <ac:spMk id="6" creationId="{8E3F053D-3C18-02B8-7AE8-19118E18BC0D}"/>
          </ac:spMkLst>
        </pc:spChg>
        <pc:spChg chg="add mod">
          <ac:chgData name="Alexandros Nicolaou" userId="S::alexandros.nicolaou@conbotics.com::95dd0002-1b64-4896-b354-365a80cedfd4" providerId="AD" clId="Web-{0B886C9A-6CD1-4D3D-9BDE-1DDBAC5BE50A}" dt="2025-10-28T16:27:47.436" v="1869" actId="14100"/>
          <ac:spMkLst>
            <pc:docMk/>
            <pc:sldMk cId="1238874794" sldId="267"/>
            <ac:spMk id="7" creationId="{F1153411-32E8-0690-BDC7-C890A922D7F5}"/>
          </ac:spMkLst>
        </pc:spChg>
        <pc:spChg chg="add mod">
          <ac:chgData name="Alexandros Nicolaou" userId="S::alexandros.nicolaou@conbotics.com::95dd0002-1b64-4896-b354-365a80cedfd4" providerId="AD" clId="Web-{0B886C9A-6CD1-4D3D-9BDE-1DDBAC5BE50A}" dt="2025-10-28T16:28:01.248" v="1874" actId="14100"/>
          <ac:spMkLst>
            <pc:docMk/>
            <pc:sldMk cId="1238874794" sldId="267"/>
            <ac:spMk id="8" creationId="{0C2041B0-D693-3856-3EF8-87509F4C323C}"/>
          </ac:spMkLst>
        </pc:spChg>
      </pc:sldChg>
      <pc:sldChg chg="delSp modSp add replId">
        <pc:chgData name="Alexandros Nicolaou" userId="S::alexandros.nicolaou@conbotics.com::95dd0002-1b64-4896-b354-365a80cedfd4" providerId="AD" clId="Web-{0B886C9A-6CD1-4D3D-9BDE-1DDBAC5BE50A}" dt="2025-10-29T10:12:29.246" v="3666" actId="20577"/>
        <pc:sldMkLst>
          <pc:docMk/>
          <pc:sldMk cId="32270343" sldId="268"/>
        </pc:sldMkLst>
        <pc:spChg chg="mod">
          <ac:chgData name="Alexandros Nicolaou" userId="S::alexandros.nicolaou@conbotics.com::95dd0002-1b64-4896-b354-365a80cedfd4" providerId="AD" clId="Web-{0B886C9A-6CD1-4D3D-9BDE-1DDBAC5BE50A}" dt="2025-10-29T10:12:29.246" v="3666" actId="20577"/>
          <ac:spMkLst>
            <pc:docMk/>
            <pc:sldMk cId="32270343" sldId="268"/>
            <ac:spMk id="2" creationId="{3B094D29-D424-B231-DAB1-C52FA5106BB7}"/>
          </ac:spMkLst>
        </pc:spChg>
        <pc:spChg chg="mod">
          <ac:chgData name="Alexandros Nicolaou" userId="S::alexandros.nicolaou@conbotics.com::95dd0002-1b64-4896-b354-365a80cedfd4" providerId="AD" clId="Web-{0B886C9A-6CD1-4D3D-9BDE-1DDBAC5BE50A}" dt="2025-10-28T16:17:31.694" v="1591" actId="20577"/>
          <ac:spMkLst>
            <pc:docMk/>
            <pc:sldMk cId="32270343" sldId="268"/>
            <ac:spMk id="3" creationId="{A530E5DD-B3A0-B09F-4482-5092463A793F}"/>
          </ac:spMkLst>
        </pc:spChg>
        <pc:spChg chg="mod">
          <ac:chgData name="Alexandros Nicolaou" userId="S::alexandros.nicolaou@conbotics.com::95dd0002-1b64-4896-b354-365a80cedfd4" providerId="AD" clId="Web-{0B886C9A-6CD1-4D3D-9BDE-1DDBAC5BE50A}" dt="2025-10-28T16:17:43.335" v="1600" actId="14100"/>
          <ac:spMkLst>
            <pc:docMk/>
            <pc:sldMk cId="32270343" sldId="268"/>
            <ac:spMk id="5" creationId="{0409B9D5-1672-3130-C689-EED1A3DA5DA7}"/>
          </ac:spMkLst>
        </pc:spChg>
        <pc:spChg chg="del">
          <ac:chgData name="Alexandros Nicolaou" userId="S::alexandros.nicolaou@conbotics.com::95dd0002-1b64-4896-b354-365a80cedfd4" providerId="AD" clId="Web-{0B886C9A-6CD1-4D3D-9BDE-1DDBAC5BE50A}" dt="2025-10-28T16:17:44.804" v="1601"/>
          <ac:spMkLst>
            <pc:docMk/>
            <pc:sldMk cId="32270343" sldId="268"/>
            <ac:spMk id="6" creationId="{4718AA2B-8485-C4F5-5C64-DA5DC5553B76}"/>
          </ac:spMkLst>
        </pc:spChg>
      </pc:sldChg>
      <pc:sldChg chg="addSp modSp add replId">
        <pc:chgData name="Alexandros Nicolaou" userId="S::alexandros.nicolaou@conbotics.com::95dd0002-1b64-4896-b354-365a80cedfd4" providerId="AD" clId="Web-{0B886C9A-6CD1-4D3D-9BDE-1DDBAC5BE50A}" dt="2025-10-29T10:12:36.121" v="3668" actId="20577"/>
        <pc:sldMkLst>
          <pc:docMk/>
          <pc:sldMk cId="990614172" sldId="269"/>
        </pc:sldMkLst>
        <pc:spChg chg="mod">
          <ac:chgData name="Alexandros Nicolaou" userId="S::alexandros.nicolaou@conbotics.com::95dd0002-1b64-4896-b354-365a80cedfd4" providerId="AD" clId="Web-{0B886C9A-6CD1-4D3D-9BDE-1DDBAC5BE50A}" dt="2025-10-29T10:12:36.121" v="3668" actId="20577"/>
          <ac:spMkLst>
            <pc:docMk/>
            <pc:sldMk cId="990614172" sldId="269"/>
            <ac:spMk id="2" creationId="{BED256E1-942F-7979-CA3C-911224050CDD}"/>
          </ac:spMkLst>
        </pc:spChg>
        <pc:spChg chg="mod">
          <ac:chgData name="Alexandros Nicolaou" userId="S::alexandros.nicolaou@conbotics.com::95dd0002-1b64-4896-b354-365a80cedfd4" providerId="AD" clId="Web-{0B886C9A-6CD1-4D3D-9BDE-1DDBAC5BE50A}" dt="2025-10-28T16:34:00.129" v="2027" actId="20577"/>
          <ac:spMkLst>
            <pc:docMk/>
            <pc:sldMk cId="990614172" sldId="269"/>
            <ac:spMk id="3" creationId="{2FE25BAC-AAD6-8D0E-F23B-07F157E1551C}"/>
          </ac:spMkLst>
        </pc:spChg>
        <pc:spChg chg="add mod">
          <ac:chgData name="Alexandros Nicolaou" userId="S::alexandros.nicolaou@conbotics.com::95dd0002-1b64-4896-b354-365a80cedfd4" providerId="AD" clId="Web-{0B886C9A-6CD1-4D3D-9BDE-1DDBAC5BE50A}" dt="2025-10-28T16:34:08.364" v="2028" actId="1076"/>
          <ac:spMkLst>
            <pc:docMk/>
            <pc:sldMk cId="990614172" sldId="269"/>
            <ac:spMk id="5" creationId="{C5F86532-4203-205E-1449-32895A17B284}"/>
          </ac:spMkLst>
        </pc:spChg>
        <pc:spChg chg="add mod">
          <ac:chgData name="Alexandros Nicolaou" userId="S::alexandros.nicolaou@conbotics.com::95dd0002-1b64-4896-b354-365a80cedfd4" providerId="AD" clId="Web-{0B886C9A-6CD1-4D3D-9BDE-1DDBAC5BE50A}" dt="2025-10-28T16:33:47.206" v="2025" actId="14100"/>
          <ac:spMkLst>
            <pc:docMk/>
            <pc:sldMk cId="990614172" sldId="269"/>
            <ac:spMk id="6" creationId="{59D14CEF-996E-7444-11E0-3821BF7F1522}"/>
          </ac:spMkLst>
        </pc:spChg>
      </pc:sldChg>
      <pc:sldChg chg="modSp add del replId">
        <pc:chgData name="Alexandros Nicolaou" userId="S::alexandros.nicolaou@conbotics.com::95dd0002-1b64-4896-b354-365a80cedfd4" providerId="AD" clId="Web-{0B886C9A-6CD1-4D3D-9BDE-1DDBAC5BE50A}" dt="2025-10-29T10:15:41.233" v="3710"/>
        <pc:sldMkLst>
          <pc:docMk/>
          <pc:sldMk cId="1921666172" sldId="270"/>
        </pc:sldMkLst>
        <pc:spChg chg="mod">
          <ac:chgData name="Alexandros Nicolaou" userId="S::alexandros.nicolaou@conbotics.com::95dd0002-1b64-4896-b354-365a80cedfd4" providerId="AD" clId="Web-{0B886C9A-6CD1-4D3D-9BDE-1DDBAC5BE50A}" dt="2025-10-29T10:12:49.527" v="3671" actId="20577"/>
          <ac:spMkLst>
            <pc:docMk/>
            <pc:sldMk cId="1921666172" sldId="270"/>
            <ac:spMk id="2" creationId="{50EFA035-2907-B082-733A-372B06E3A225}"/>
          </ac:spMkLst>
        </pc:spChg>
        <pc:spChg chg="mod">
          <ac:chgData name="Alexandros Nicolaou" userId="S::alexandros.nicolaou@conbotics.com::95dd0002-1b64-4896-b354-365a80cedfd4" providerId="AD" clId="Web-{0B886C9A-6CD1-4D3D-9BDE-1DDBAC5BE50A}" dt="2025-10-29T10:15:25.592" v="3709" actId="20577"/>
          <ac:spMkLst>
            <pc:docMk/>
            <pc:sldMk cId="1921666172" sldId="270"/>
            <ac:spMk id="3" creationId="{6519EBCB-58D1-9F0D-AC44-AF6C365DDDC2}"/>
          </ac:spMkLst>
        </pc:spChg>
      </pc:sldChg>
      <pc:sldChg chg="modSp add replId">
        <pc:chgData name="Alexandros Nicolaou" userId="S::alexandros.nicolaou@conbotics.com::95dd0002-1b64-4896-b354-365a80cedfd4" providerId="AD" clId="Web-{0B886C9A-6CD1-4D3D-9BDE-1DDBAC5BE50A}" dt="2025-10-29T10:12:42.246" v="3669" actId="20577"/>
        <pc:sldMkLst>
          <pc:docMk/>
          <pc:sldMk cId="3511673097" sldId="271"/>
        </pc:sldMkLst>
        <pc:spChg chg="mod">
          <ac:chgData name="Alexandros Nicolaou" userId="S::alexandros.nicolaou@conbotics.com::95dd0002-1b64-4896-b354-365a80cedfd4" providerId="AD" clId="Web-{0B886C9A-6CD1-4D3D-9BDE-1DDBAC5BE50A}" dt="2025-10-29T10:12:42.246" v="3669" actId="20577"/>
          <ac:spMkLst>
            <pc:docMk/>
            <pc:sldMk cId="3511673097" sldId="271"/>
            <ac:spMk id="2" creationId="{0C6603EE-4EC7-8256-BBDB-5B6F028B6A02}"/>
          </ac:spMkLst>
        </pc:spChg>
        <pc:spChg chg="mod">
          <ac:chgData name="Alexandros Nicolaou" userId="S::alexandros.nicolaou@conbotics.com::95dd0002-1b64-4896-b354-365a80cedfd4" providerId="AD" clId="Web-{0B886C9A-6CD1-4D3D-9BDE-1DDBAC5BE50A}" dt="2025-10-28T16:35:36.634" v="2053" actId="20577"/>
          <ac:spMkLst>
            <pc:docMk/>
            <pc:sldMk cId="3511673097" sldId="271"/>
            <ac:spMk id="3" creationId="{12EB3087-6DD6-430F-E279-86E5A551FEE8}"/>
          </ac:spMkLst>
        </pc:spChg>
        <pc:spChg chg="mod">
          <ac:chgData name="Alexandros Nicolaou" userId="S::alexandros.nicolaou@conbotics.com::95dd0002-1b64-4896-b354-365a80cedfd4" providerId="AD" clId="Web-{0B886C9A-6CD1-4D3D-9BDE-1DDBAC5BE50A}" dt="2025-10-28T16:34:48.632" v="2049" actId="14100"/>
          <ac:spMkLst>
            <pc:docMk/>
            <pc:sldMk cId="3511673097" sldId="271"/>
            <ac:spMk id="5" creationId="{F084CC44-0162-591B-5CFC-0783CC68FA80}"/>
          </ac:spMkLst>
        </pc:spChg>
      </pc:sldChg>
      <pc:sldChg chg="delSp modSp add replId">
        <pc:chgData name="Alexandros Nicolaou" userId="S::alexandros.nicolaou@conbotics.com::95dd0002-1b64-4896-b354-365a80cedfd4" providerId="AD" clId="Web-{0B886C9A-6CD1-4D3D-9BDE-1DDBAC5BE50A}" dt="2025-10-29T10:12:46.027" v="3670" actId="20577"/>
        <pc:sldMkLst>
          <pc:docMk/>
          <pc:sldMk cId="166508605" sldId="272"/>
        </pc:sldMkLst>
        <pc:spChg chg="mod">
          <ac:chgData name="Alexandros Nicolaou" userId="S::alexandros.nicolaou@conbotics.com::95dd0002-1b64-4896-b354-365a80cedfd4" providerId="AD" clId="Web-{0B886C9A-6CD1-4D3D-9BDE-1DDBAC5BE50A}" dt="2025-10-29T10:12:46.027" v="3670" actId="20577"/>
          <ac:spMkLst>
            <pc:docMk/>
            <pc:sldMk cId="166508605" sldId="272"/>
            <ac:spMk id="2" creationId="{68B4B48F-ABC7-B561-F8DF-5141D58F4A1E}"/>
          </ac:spMkLst>
        </pc:spChg>
        <pc:spChg chg="mod">
          <ac:chgData name="Alexandros Nicolaou" userId="S::alexandros.nicolaou@conbotics.com::95dd0002-1b64-4896-b354-365a80cedfd4" providerId="AD" clId="Web-{0B886C9A-6CD1-4D3D-9BDE-1DDBAC5BE50A}" dt="2025-10-28T16:37:00.901" v="2068" actId="20577"/>
          <ac:spMkLst>
            <pc:docMk/>
            <pc:sldMk cId="166508605" sldId="272"/>
            <ac:spMk id="3" creationId="{E23F9123-9300-5D69-90D3-FE7475ABFA56}"/>
          </ac:spMkLst>
        </pc:spChg>
        <pc:spChg chg="del">
          <ac:chgData name="Alexandros Nicolaou" userId="S::alexandros.nicolaou@conbotics.com::95dd0002-1b64-4896-b354-365a80cedfd4" providerId="AD" clId="Web-{0B886C9A-6CD1-4D3D-9BDE-1DDBAC5BE50A}" dt="2025-10-28T16:37:02.714" v="2069"/>
          <ac:spMkLst>
            <pc:docMk/>
            <pc:sldMk cId="166508605" sldId="272"/>
            <ac:spMk id="5" creationId="{453454F0-ACC0-0810-E711-3F03930A9F0C}"/>
          </ac:spMkLst>
        </pc:spChg>
      </pc:sldChg>
      <pc:sldChg chg="modSp add del replId">
        <pc:chgData name="Alexandros Nicolaou" userId="S::alexandros.nicolaou@conbotics.com::95dd0002-1b64-4896-b354-365a80cedfd4" providerId="AD" clId="Web-{0B886C9A-6CD1-4D3D-9BDE-1DDBAC5BE50A}" dt="2025-10-28T16:54:49.993" v="3214"/>
        <pc:sldMkLst>
          <pc:docMk/>
          <pc:sldMk cId="1129626332" sldId="273"/>
        </pc:sldMkLst>
        <pc:spChg chg="mod">
          <ac:chgData name="Alexandros Nicolaou" userId="S::alexandros.nicolaou@conbotics.com::95dd0002-1b64-4896-b354-365a80cedfd4" providerId="AD" clId="Web-{0B886C9A-6CD1-4D3D-9BDE-1DDBAC5BE50A}" dt="2025-10-28T16:38:10.590" v="2113" actId="20577"/>
          <ac:spMkLst>
            <pc:docMk/>
            <pc:sldMk cId="1129626332" sldId="273"/>
            <ac:spMk id="3" creationId="{91EDF1B8-634A-AAB1-C25C-336CB199824A}"/>
          </ac:spMkLst>
        </pc:spChg>
      </pc:sldChg>
      <pc:sldChg chg="modSp add del replId">
        <pc:chgData name="Alexandros Nicolaou" userId="S::alexandros.nicolaou@conbotics.com::95dd0002-1b64-4896-b354-365a80cedfd4" providerId="AD" clId="Web-{0B886C9A-6CD1-4D3D-9BDE-1DDBAC5BE50A}" dt="2025-10-28T16:54:55.040" v="3215"/>
        <pc:sldMkLst>
          <pc:docMk/>
          <pc:sldMk cId="2910727922" sldId="274"/>
        </pc:sldMkLst>
        <pc:spChg chg="mod">
          <ac:chgData name="Alexandros Nicolaou" userId="S::alexandros.nicolaou@conbotics.com::95dd0002-1b64-4896-b354-365a80cedfd4" providerId="AD" clId="Web-{0B886C9A-6CD1-4D3D-9BDE-1DDBAC5BE50A}" dt="2025-10-28T16:39:05.840" v="2150" actId="20577"/>
          <ac:spMkLst>
            <pc:docMk/>
            <pc:sldMk cId="2910727922" sldId="274"/>
            <ac:spMk id="3" creationId="{F06BB956-6AD7-7D72-BFC7-36519A09FBC0}"/>
          </ac:spMkLst>
        </pc:spChg>
      </pc:sldChg>
      <pc:sldChg chg="modSp add ord replId">
        <pc:chgData name="Alexandros Nicolaou" userId="S::alexandros.nicolaou@conbotics.com::95dd0002-1b64-4896-b354-365a80cedfd4" providerId="AD" clId="Web-{0B886C9A-6CD1-4D3D-9BDE-1DDBAC5BE50A}" dt="2025-10-29T10:13:51.435" v="3687"/>
        <pc:sldMkLst>
          <pc:docMk/>
          <pc:sldMk cId="973604834" sldId="275"/>
        </pc:sldMkLst>
        <pc:spChg chg="mod">
          <ac:chgData name="Alexandros Nicolaou" userId="S::alexandros.nicolaou@conbotics.com::95dd0002-1b64-4896-b354-365a80cedfd4" providerId="AD" clId="Web-{0B886C9A-6CD1-4D3D-9BDE-1DDBAC5BE50A}" dt="2025-10-28T16:39:46.325" v="2160" actId="20577"/>
          <ac:spMkLst>
            <pc:docMk/>
            <pc:sldMk cId="973604834" sldId="275"/>
            <ac:spMk id="2" creationId="{7DC49918-1FD6-0C8F-7EA5-56578D9B7094}"/>
          </ac:spMkLst>
        </pc:spChg>
        <pc:spChg chg="mod">
          <ac:chgData name="Alexandros Nicolaou" userId="S::alexandros.nicolaou@conbotics.com::95dd0002-1b64-4896-b354-365a80cedfd4" providerId="AD" clId="Web-{0B886C9A-6CD1-4D3D-9BDE-1DDBAC5BE50A}" dt="2025-10-28T16:40:23.091" v="2180" actId="20577"/>
          <ac:spMkLst>
            <pc:docMk/>
            <pc:sldMk cId="973604834" sldId="275"/>
            <ac:spMk id="3" creationId="{3D5B4429-7A6B-4984-B5D6-5E1C6C2C6F40}"/>
          </ac:spMkLst>
        </pc:spChg>
      </pc:sldChg>
      <pc:sldChg chg="modSp add ord replId">
        <pc:chgData name="Alexandros Nicolaou" userId="S::alexandros.nicolaou@conbotics.com::95dd0002-1b64-4896-b354-365a80cedfd4" providerId="AD" clId="Web-{0B886C9A-6CD1-4D3D-9BDE-1DDBAC5BE50A}" dt="2025-10-29T10:13:51.435" v="3686"/>
        <pc:sldMkLst>
          <pc:docMk/>
          <pc:sldMk cId="2572560432" sldId="276"/>
        </pc:sldMkLst>
        <pc:spChg chg="mod">
          <ac:chgData name="Alexandros Nicolaou" userId="S::alexandros.nicolaou@conbotics.com::95dd0002-1b64-4896-b354-365a80cedfd4" providerId="AD" clId="Web-{0B886C9A-6CD1-4D3D-9BDE-1DDBAC5BE50A}" dt="2025-10-28T16:40:39.950" v="2186" actId="20577"/>
          <ac:spMkLst>
            <pc:docMk/>
            <pc:sldMk cId="2572560432" sldId="276"/>
            <ac:spMk id="3" creationId="{6FD63F83-EB1C-F63A-AD3A-D55D4F0BFB51}"/>
          </ac:spMkLst>
        </pc:spChg>
      </pc:sldChg>
      <pc:sldChg chg="modSp add ord replId">
        <pc:chgData name="Alexandros Nicolaou" userId="S::alexandros.nicolaou@conbotics.com::95dd0002-1b64-4896-b354-365a80cedfd4" providerId="AD" clId="Web-{0B886C9A-6CD1-4D3D-9BDE-1DDBAC5BE50A}" dt="2025-10-29T10:13:51.435" v="3685"/>
        <pc:sldMkLst>
          <pc:docMk/>
          <pc:sldMk cId="1674619170" sldId="277"/>
        </pc:sldMkLst>
        <pc:spChg chg="mod">
          <ac:chgData name="Alexandros Nicolaou" userId="S::alexandros.nicolaou@conbotics.com::95dd0002-1b64-4896-b354-365a80cedfd4" providerId="AD" clId="Web-{0B886C9A-6CD1-4D3D-9BDE-1DDBAC5BE50A}" dt="2025-10-28T16:45:28.143" v="2469" actId="20577"/>
          <ac:spMkLst>
            <pc:docMk/>
            <pc:sldMk cId="1674619170" sldId="277"/>
            <ac:spMk id="3" creationId="{72F6A1EA-B986-CAEE-B177-777F726E819E}"/>
          </ac:spMkLst>
        </pc:spChg>
      </pc:sldChg>
      <pc:sldChg chg="modSp add ord replId">
        <pc:chgData name="Alexandros Nicolaou" userId="S::alexandros.nicolaou@conbotics.com::95dd0002-1b64-4896-b354-365a80cedfd4" providerId="AD" clId="Web-{0B886C9A-6CD1-4D3D-9BDE-1DDBAC5BE50A}" dt="2025-10-29T10:13:51.435" v="3684"/>
        <pc:sldMkLst>
          <pc:docMk/>
          <pc:sldMk cId="2057541894" sldId="278"/>
        </pc:sldMkLst>
        <pc:spChg chg="mod">
          <ac:chgData name="Alexandros Nicolaou" userId="S::alexandros.nicolaou@conbotics.com::95dd0002-1b64-4896-b354-365a80cedfd4" providerId="AD" clId="Web-{0B886C9A-6CD1-4D3D-9BDE-1DDBAC5BE50A}" dt="2025-10-28T16:47:48.645" v="2667" actId="20577"/>
          <ac:spMkLst>
            <pc:docMk/>
            <pc:sldMk cId="2057541894" sldId="278"/>
            <ac:spMk id="3" creationId="{FB844159-197B-898C-6207-BC9BB2930F3D}"/>
          </ac:spMkLst>
        </pc:spChg>
      </pc:sldChg>
      <pc:sldChg chg="modSp add ord replId">
        <pc:chgData name="Alexandros Nicolaou" userId="S::alexandros.nicolaou@conbotics.com::95dd0002-1b64-4896-b354-365a80cedfd4" providerId="AD" clId="Web-{0B886C9A-6CD1-4D3D-9BDE-1DDBAC5BE50A}" dt="2025-10-29T10:13:51.435" v="3683"/>
        <pc:sldMkLst>
          <pc:docMk/>
          <pc:sldMk cId="3406922909" sldId="279"/>
        </pc:sldMkLst>
        <pc:spChg chg="mod">
          <ac:chgData name="Alexandros Nicolaou" userId="S::alexandros.nicolaou@conbotics.com::95dd0002-1b64-4896-b354-365a80cedfd4" providerId="AD" clId="Web-{0B886C9A-6CD1-4D3D-9BDE-1DDBAC5BE50A}" dt="2025-10-28T16:52:38.788" v="3083" actId="20577"/>
          <ac:spMkLst>
            <pc:docMk/>
            <pc:sldMk cId="3406922909" sldId="279"/>
            <ac:spMk id="3" creationId="{40AFE3D3-18A6-C01C-7876-C90C828CADBF}"/>
          </ac:spMkLst>
        </pc:spChg>
      </pc:sldChg>
      <pc:sldChg chg="modSp add ord replId">
        <pc:chgData name="Alexandros Nicolaou" userId="S::alexandros.nicolaou@conbotics.com::95dd0002-1b64-4896-b354-365a80cedfd4" providerId="AD" clId="Web-{0B886C9A-6CD1-4D3D-9BDE-1DDBAC5BE50A}" dt="2025-10-29T10:13:51.435" v="3682"/>
        <pc:sldMkLst>
          <pc:docMk/>
          <pc:sldMk cId="753478602" sldId="280"/>
        </pc:sldMkLst>
        <pc:spChg chg="mod">
          <ac:chgData name="Alexandros Nicolaou" userId="S::alexandros.nicolaou@conbotics.com::95dd0002-1b64-4896-b354-365a80cedfd4" providerId="AD" clId="Web-{0B886C9A-6CD1-4D3D-9BDE-1DDBAC5BE50A}" dt="2025-10-28T16:54:22.461" v="3208" actId="14100"/>
          <ac:spMkLst>
            <pc:docMk/>
            <pc:sldMk cId="753478602" sldId="280"/>
            <ac:spMk id="3" creationId="{A387BC62-DB03-A718-AE65-34B638EC32F3}"/>
          </ac:spMkLst>
        </pc:spChg>
      </pc:sldChg>
      <pc:sldChg chg="delSp modSp add ord replId">
        <pc:chgData name="Alexandros Nicolaou" userId="S::alexandros.nicolaou@conbotics.com::95dd0002-1b64-4896-b354-365a80cedfd4" providerId="AD" clId="Web-{0B886C9A-6CD1-4D3D-9BDE-1DDBAC5BE50A}" dt="2025-10-29T10:14:28.217" v="3693" actId="20577"/>
        <pc:sldMkLst>
          <pc:docMk/>
          <pc:sldMk cId="887843386" sldId="281"/>
        </pc:sldMkLst>
        <pc:spChg chg="mod">
          <ac:chgData name="Alexandros Nicolaou" userId="S::alexandros.nicolaou@conbotics.com::95dd0002-1b64-4896-b354-365a80cedfd4" providerId="AD" clId="Web-{0B886C9A-6CD1-4D3D-9BDE-1DDBAC5BE50A}" dt="2025-10-29T10:14:28.217" v="3693" actId="20577"/>
          <ac:spMkLst>
            <pc:docMk/>
            <pc:sldMk cId="887843386" sldId="281"/>
            <ac:spMk id="2" creationId="{42496EBD-7BBE-AB1B-8325-89AEABDC23B1}"/>
          </ac:spMkLst>
        </pc:spChg>
        <pc:spChg chg="mod">
          <ac:chgData name="Alexandros Nicolaou" userId="S::alexandros.nicolaou@conbotics.com::95dd0002-1b64-4896-b354-365a80cedfd4" providerId="AD" clId="Web-{0B886C9A-6CD1-4D3D-9BDE-1DDBAC5BE50A}" dt="2025-10-28T17:02:16.689" v="3646" actId="20577"/>
          <ac:spMkLst>
            <pc:docMk/>
            <pc:sldMk cId="887843386" sldId="281"/>
            <ac:spMk id="3" creationId="{0A80BDDF-FD80-EE9C-A1E2-909B0B2A3C75}"/>
          </ac:spMkLst>
        </pc:spChg>
        <pc:spChg chg="del">
          <ac:chgData name="Alexandros Nicolaou" userId="S::alexandros.nicolaou@conbotics.com::95dd0002-1b64-4896-b354-365a80cedfd4" providerId="AD" clId="Web-{0B886C9A-6CD1-4D3D-9BDE-1DDBAC5BE50A}" dt="2025-10-28T17:00:35.140" v="3542"/>
          <ac:spMkLst>
            <pc:docMk/>
            <pc:sldMk cId="887843386" sldId="281"/>
            <ac:spMk id="5" creationId="{5FA62905-5E2C-EEDA-F7DE-6556AE066CF0}"/>
          </ac:spMkLst>
        </pc:spChg>
        <pc:spChg chg="del">
          <ac:chgData name="Alexandros Nicolaou" userId="S::alexandros.nicolaou@conbotics.com::95dd0002-1b64-4896-b354-365a80cedfd4" providerId="AD" clId="Web-{0B886C9A-6CD1-4D3D-9BDE-1DDBAC5BE50A}" dt="2025-10-28T17:00:36.343" v="3543"/>
          <ac:spMkLst>
            <pc:docMk/>
            <pc:sldMk cId="887843386" sldId="281"/>
            <ac:spMk id="7" creationId="{331A6BB7-7BA4-9FBF-10FC-C52513779CA4}"/>
          </ac:spMkLst>
        </pc:spChg>
      </pc:sldChg>
      <pc:sldMasterChg chg="del delSldLayout">
        <pc:chgData name="Alexandros Nicolaou" userId="S::alexandros.nicolaou@conbotics.com::95dd0002-1b64-4896-b354-365a80cedfd4" providerId="AD" clId="Web-{0B886C9A-6CD1-4D3D-9BDE-1DDBAC5BE50A}" dt="2025-10-28T15:02:07.350" v="58"/>
        <pc:sldMasterMkLst>
          <pc:docMk/>
          <pc:sldMasterMk cId="2460954070" sldId="2147483660"/>
        </pc:sldMasterMkLst>
        <pc:sldLayoutChg chg="del">
          <pc:chgData name="Alexandros Nicolaou" userId="S::alexandros.nicolaou@conbotics.com::95dd0002-1b64-4896-b354-365a80cedfd4" providerId="AD" clId="Web-{0B886C9A-6CD1-4D3D-9BDE-1DDBAC5BE50A}" dt="2025-10-28T15:02:07.350" v="58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Alexandros Nicolaou" userId="S::alexandros.nicolaou@conbotics.com::95dd0002-1b64-4896-b354-365a80cedfd4" providerId="AD" clId="Web-{0B886C9A-6CD1-4D3D-9BDE-1DDBAC5BE50A}" dt="2025-10-28T15:02:07.350" v="58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Alexandros Nicolaou" userId="S::alexandros.nicolaou@conbotics.com::95dd0002-1b64-4896-b354-365a80cedfd4" providerId="AD" clId="Web-{0B886C9A-6CD1-4D3D-9BDE-1DDBAC5BE50A}" dt="2025-10-28T15:02:07.350" v="58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Alexandros Nicolaou" userId="S::alexandros.nicolaou@conbotics.com::95dd0002-1b64-4896-b354-365a80cedfd4" providerId="AD" clId="Web-{0B886C9A-6CD1-4D3D-9BDE-1DDBAC5BE50A}" dt="2025-10-28T15:02:07.350" v="58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Alexandros Nicolaou" userId="S::alexandros.nicolaou@conbotics.com::95dd0002-1b64-4896-b354-365a80cedfd4" providerId="AD" clId="Web-{0B886C9A-6CD1-4D3D-9BDE-1DDBAC5BE50A}" dt="2025-10-28T15:02:07.350" v="58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Alexandros Nicolaou" userId="S::alexandros.nicolaou@conbotics.com::95dd0002-1b64-4896-b354-365a80cedfd4" providerId="AD" clId="Web-{0B886C9A-6CD1-4D3D-9BDE-1DDBAC5BE50A}" dt="2025-10-28T15:02:07.350" v="58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Alexandros Nicolaou" userId="S::alexandros.nicolaou@conbotics.com::95dd0002-1b64-4896-b354-365a80cedfd4" providerId="AD" clId="Web-{0B886C9A-6CD1-4D3D-9BDE-1DDBAC5BE50A}" dt="2025-10-28T15:02:07.350" v="58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Alexandros Nicolaou" userId="S::alexandros.nicolaou@conbotics.com::95dd0002-1b64-4896-b354-365a80cedfd4" providerId="AD" clId="Web-{0B886C9A-6CD1-4D3D-9BDE-1DDBAC5BE50A}" dt="2025-10-28T15:02:07.350" v="58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Alexandros Nicolaou" userId="S::alexandros.nicolaou@conbotics.com::95dd0002-1b64-4896-b354-365a80cedfd4" providerId="AD" clId="Web-{0B886C9A-6CD1-4D3D-9BDE-1DDBAC5BE50A}" dt="2025-10-28T15:02:07.350" v="58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Alexandros Nicolaou" userId="S::alexandros.nicolaou@conbotics.com::95dd0002-1b64-4896-b354-365a80cedfd4" providerId="AD" clId="Web-{0B886C9A-6CD1-4D3D-9BDE-1DDBAC5BE50A}" dt="2025-10-28T15:02:07.350" v="58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Alexandros Nicolaou" userId="S::alexandros.nicolaou@conbotics.com::95dd0002-1b64-4896-b354-365a80cedfd4" providerId="AD" clId="Web-{0B886C9A-6CD1-4D3D-9BDE-1DDBAC5BE50A}" dt="2025-10-28T15:02:07.350" v="58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Alexandros Nicolaou" userId="S::alexandros.nicolaou@conbotics.com::95dd0002-1b64-4896-b354-365a80cedfd4" providerId="AD" clId="Web-{0B886C9A-6CD1-4D3D-9BDE-1DDBAC5BE50A}" dt="2025-10-28T15:02:29.945" v="59"/>
        <pc:sldMasterMkLst>
          <pc:docMk/>
          <pc:sldMasterMk cId="1564423271" sldId="2147483672"/>
        </pc:sldMasterMkLst>
        <pc:sldLayoutChg chg="add del mod replId">
          <pc:chgData name="Alexandros Nicolaou" userId="S::alexandros.nicolaou@conbotics.com::95dd0002-1b64-4896-b354-365a80cedfd4" providerId="AD" clId="Web-{0B886C9A-6CD1-4D3D-9BDE-1DDBAC5BE50A}" dt="2025-10-28T15:02:29.945" v="59"/>
          <pc:sldLayoutMkLst>
            <pc:docMk/>
            <pc:sldMasterMk cId="1564423271" sldId="2147483672"/>
            <pc:sldLayoutMk cId="618218934" sldId="2147483673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29.945" v="59"/>
          <pc:sldLayoutMkLst>
            <pc:docMk/>
            <pc:sldMasterMk cId="1564423271" sldId="2147483672"/>
            <pc:sldLayoutMk cId="3303734369" sldId="2147483674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29.945" v="59"/>
          <pc:sldLayoutMkLst>
            <pc:docMk/>
            <pc:sldMasterMk cId="1564423271" sldId="2147483672"/>
            <pc:sldLayoutMk cId="1415647821" sldId="2147483675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29.945" v="59"/>
          <pc:sldLayoutMkLst>
            <pc:docMk/>
            <pc:sldMasterMk cId="1564423271" sldId="2147483672"/>
            <pc:sldLayoutMk cId="858793003" sldId="2147483676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29.945" v="59"/>
          <pc:sldLayoutMkLst>
            <pc:docMk/>
            <pc:sldMasterMk cId="1564423271" sldId="2147483672"/>
            <pc:sldLayoutMk cId="892951087" sldId="2147483677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29.945" v="59"/>
          <pc:sldLayoutMkLst>
            <pc:docMk/>
            <pc:sldMasterMk cId="1564423271" sldId="2147483672"/>
            <pc:sldLayoutMk cId="1932992466" sldId="2147483678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29.945" v="59"/>
          <pc:sldLayoutMkLst>
            <pc:docMk/>
            <pc:sldMasterMk cId="1564423271" sldId="2147483672"/>
            <pc:sldLayoutMk cId="2824524661" sldId="2147483679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29.945" v="59"/>
          <pc:sldLayoutMkLst>
            <pc:docMk/>
            <pc:sldMasterMk cId="1564423271" sldId="2147483672"/>
            <pc:sldLayoutMk cId="2840565552" sldId="2147483680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29.945" v="59"/>
          <pc:sldLayoutMkLst>
            <pc:docMk/>
            <pc:sldMasterMk cId="1564423271" sldId="2147483672"/>
            <pc:sldLayoutMk cId="1568099913" sldId="2147483681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29.945" v="59"/>
          <pc:sldLayoutMkLst>
            <pc:docMk/>
            <pc:sldMasterMk cId="1564423271" sldId="2147483672"/>
            <pc:sldLayoutMk cId="997366845" sldId="2147483682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29.945" v="59"/>
          <pc:sldLayoutMkLst>
            <pc:docMk/>
            <pc:sldMasterMk cId="1564423271" sldId="2147483672"/>
            <pc:sldLayoutMk cId="909117317" sldId="2147483683"/>
          </pc:sldLayoutMkLst>
        </pc:sldLayoutChg>
      </pc:sldMasterChg>
      <pc:sldMasterChg chg="add del addSldLayout delSldLayout modSldLayout">
        <pc:chgData name="Alexandros Nicolaou" userId="S::alexandros.nicolaou@conbotics.com::95dd0002-1b64-4896-b354-365a80cedfd4" providerId="AD" clId="Web-{0B886C9A-6CD1-4D3D-9BDE-1DDBAC5BE50A}" dt="2025-10-28T15:02:54.055" v="62"/>
        <pc:sldMasterMkLst>
          <pc:docMk/>
          <pc:sldMasterMk cId="1889924923" sldId="2147483684"/>
        </pc:sldMasterMkLst>
        <pc:sldLayoutChg chg="add del mod replId">
          <pc:chgData name="Alexandros Nicolaou" userId="S::alexandros.nicolaou@conbotics.com::95dd0002-1b64-4896-b354-365a80cedfd4" providerId="AD" clId="Web-{0B886C9A-6CD1-4D3D-9BDE-1DDBAC5BE50A}" dt="2025-10-28T15:02:54.055" v="62"/>
          <pc:sldLayoutMkLst>
            <pc:docMk/>
            <pc:sldMasterMk cId="1889924923" sldId="2147483684"/>
            <pc:sldLayoutMk cId="3987144016" sldId="2147483685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54.055" v="62"/>
          <pc:sldLayoutMkLst>
            <pc:docMk/>
            <pc:sldMasterMk cId="1889924923" sldId="2147483684"/>
            <pc:sldLayoutMk cId="2072245855" sldId="2147483686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54.055" v="62"/>
          <pc:sldLayoutMkLst>
            <pc:docMk/>
            <pc:sldMasterMk cId="1889924923" sldId="2147483684"/>
            <pc:sldLayoutMk cId="1832070883" sldId="2147483687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54.055" v="62"/>
          <pc:sldLayoutMkLst>
            <pc:docMk/>
            <pc:sldMasterMk cId="1889924923" sldId="2147483684"/>
            <pc:sldLayoutMk cId="1232933021" sldId="2147483688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54.055" v="62"/>
          <pc:sldLayoutMkLst>
            <pc:docMk/>
            <pc:sldMasterMk cId="1889924923" sldId="2147483684"/>
            <pc:sldLayoutMk cId="768196085" sldId="2147483689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54.055" v="62"/>
          <pc:sldLayoutMkLst>
            <pc:docMk/>
            <pc:sldMasterMk cId="1889924923" sldId="2147483684"/>
            <pc:sldLayoutMk cId="2635259438" sldId="2147483690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54.055" v="62"/>
          <pc:sldLayoutMkLst>
            <pc:docMk/>
            <pc:sldMasterMk cId="1889924923" sldId="2147483684"/>
            <pc:sldLayoutMk cId="989092251" sldId="2147483691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54.055" v="62"/>
          <pc:sldLayoutMkLst>
            <pc:docMk/>
            <pc:sldMasterMk cId="1889924923" sldId="2147483684"/>
            <pc:sldLayoutMk cId="105787592" sldId="2147483692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54.055" v="62"/>
          <pc:sldLayoutMkLst>
            <pc:docMk/>
            <pc:sldMasterMk cId="1889924923" sldId="2147483684"/>
            <pc:sldLayoutMk cId="1494684526" sldId="2147483693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54.055" v="62"/>
          <pc:sldLayoutMkLst>
            <pc:docMk/>
            <pc:sldMasterMk cId="1889924923" sldId="2147483684"/>
            <pc:sldLayoutMk cId="342207452" sldId="2147483694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54.055" v="62"/>
          <pc:sldLayoutMkLst>
            <pc:docMk/>
            <pc:sldMasterMk cId="1889924923" sldId="2147483684"/>
            <pc:sldLayoutMk cId="59497683" sldId="2147483695"/>
          </pc:sldLayoutMkLst>
        </pc:sldLayoutChg>
      </pc:sldMasterChg>
      <pc:sldMasterChg chg="add del addSldLayout delSldLayout modSldLayout">
        <pc:chgData name="Alexandros Nicolaou" userId="S::alexandros.nicolaou@conbotics.com::95dd0002-1b64-4896-b354-365a80cedfd4" providerId="AD" clId="Web-{0B886C9A-6CD1-4D3D-9BDE-1DDBAC5BE50A}" dt="2025-10-28T15:02:56.899" v="63"/>
        <pc:sldMasterMkLst>
          <pc:docMk/>
          <pc:sldMasterMk cId="3790969580" sldId="2147483696"/>
        </pc:sldMasterMkLst>
        <pc:sldLayoutChg chg="add del mod replId">
          <pc:chgData name="Alexandros Nicolaou" userId="S::alexandros.nicolaou@conbotics.com::95dd0002-1b64-4896-b354-365a80cedfd4" providerId="AD" clId="Web-{0B886C9A-6CD1-4D3D-9BDE-1DDBAC5BE50A}" dt="2025-10-28T15:02:56.899" v="63"/>
          <pc:sldLayoutMkLst>
            <pc:docMk/>
            <pc:sldMasterMk cId="3790969580" sldId="2147483696"/>
            <pc:sldLayoutMk cId="716077596" sldId="2147483697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56.899" v="63"/>
          <pc:sldLayoutMkLst>
            <pc:docMk/>
            <pc:sldMasterMk cId="3790969580" sldId="2147483696"/>
            <pc:sldLayoutMk cId="1098221472" sldId="2147483698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56.899" v="63"/>
          <pc:sldLayoutMkLst>
            <pc:docMk/>
            <pc:sldMasterMk cId="3790969580" sldId="2147483696"/>
            <pc:sldLayoutMk cId="3713432260" sldId="2147483699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56.899" v="63"/>
          <pc:sldLayoutMkLst>
            <pc:docMk/>
            <pc:sldMasterMk cId="3790969580" sldId="2147483696"/>
            <pc:sldLayoutMk cId="908685326" sldId="2147483700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56.899" v="63"/>
          <pc:sldLayoutMkLst>
            <pc:docMk/>
            <pc:sldMasterMk cId="3790969580" sldId="2147483696"/>
            <pc:sldLayoutMk cId="1260495553" sldId="2147483701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56.899" v="63"/>
          <pc:sldLayoutMkLst>
            <pc:docMk/>
            <pc:sldMasterMk cId="3790969580" sldId="2147483696"/>
            <pc:sldLayoutMk cId="752714108" sldId="2147483702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56.899" v="63"/>
          <pc:sldLayoutMkLst>
            <pc:docMk/>
            <pc:sldMasterMk cId="3790969580" sldId="2147483696"/>
            <pc:sldLayoutMk cId="50950550" sldId="2147483703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56.899" v="63"/>
          <pc:sldLayoutMkLst>
            <pc:docMk/>
            <pc:sldMasterMk cId="3790969580" sldId="2147483696"/>
            <pc:sldLayoutMk cId="3945966774" sldId="2147483704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56.899" v="63"/>
          <pc:sldLayoutMkLst>
            <pc:docMk/>
            <pc:sldMasterMk cId="3790969580" sldId="2147483696"/>
            <pc:sldLayoutMk cId="2520351927" sldId="2147483705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56.899" v="63"/>
          <pc:sldLayoutMkLst>
            <pc:docMk/>
            <pc:sldMasterMk cId="3790969580" sldId="2147483696"/>
            <pc:sldLayoutMk cId="921333817" sldId="2147483706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2:56.899" v="63"/>
          <pc:sldLayoutMkLst>
            <pc:docMk/>
            <pc:sldMasterMk cId="3790969580" sldId="2147483696"/>
            <pc:sldLayoutMk cId="2910150350" sldId="2147483707"/>
          </pc:sldLayoutMkLst>
        </pc:sldLayoutChg>
      </pc:sldMasterChg>
      <pc:sldMasterChg chg="add del addSldLayout delSldLayout modSldLayout">
        <pc:chgData name="Alexandros Nicolaou" userId="S::alexandros.nicolaou@conbotics.com::95dd0002-1b64-4896-b354-365a80cedfd4" providerId="AD" clId="Web-{0B886C9A-6CD1-4D3D-9BDE-1DDBAC5BE50A}" dt="2025-10-28T15:03:01.352" v="64"/>
        <pc:sldMasterMkLst>
          <pc:docMk/>
          <pc:sldMasterMk cId="1809725956" sldId="2147483708"/>
        </pc:sldMasterMkLst>
        <pc:sldLayoutChg chg="add del mod replId">
          <pc:chgData name="Alexandros Nicolaou" userId="S::alexandros.nicolaou@conbotics.com::95dd0002-1b64-4896-b354-365a80cedfd4" providerId="AD" clId="Web-{0B886C9A-6CD1-4D3D-9BDE-1DDBAC5BE50A}" dt="2025-10-28T15:03:01.352" v="64"/>
          <pc:sldLayoutMkLst>
            <pc:docMk/>
            <pc:sldMasterMk cId="1809725956" sldId="2147483708"/>
            <pc:sldLayoutMk cId="2329139434" sldId="2147483709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3:01.352" v="64"/>
          <pc:sldLayoutMkLst>
            <pc:docMk/>
            <pc:sldMasterMk cId="1809725956" sldId="2147483708"/>
            <pc:sldLayoutMk cId="475829357" sldId="2147483710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3:01.352" v="64"/>
          <pc:sldLayoutMkLst>
            <pc:docMk/>
            <pc:sldMasterMk cId="1809725956" sldId="2147483708"/>
            <pc:sldLayoutMk cId="2559333654" sldId="2147483711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3:01.352" v="64"/>
          <pc:sldLayoutMkLst>
            <pc:docMk/>
            <pc:sldMasterMk cId="1809725956" sldId="2147483708"/>
            <pc:sldLayoutMk cId="3159164445" sldId="2147483712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3:01.352" v="64"/>
          <pc:sldLayoutMkLst>
            <pc:docMk/>
            <pc:sldMasterMk cId="1809725956" sldId="2147483708"/>
            <pc:sldLayoutMk cId="2824676789" sldId="2147483713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3:01.352" v="64"/>
          <pc:sldLayoutMkLst>
            <pc:docMk/>
            <pc:sldMasterMk cId="1809725956" sldId="2147483708"/>
            <pc:sldLayoutMk cId="3717750798" sldId="2147483714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3:01.352" v="64"/>
          <pc:sldLayoutMkLst>
            <pc:docMk/>
            <pc:sldMasterMk cId="1809725956" sldId="2147483708"/>
            <pc:sldLayoutMk cId="2858442015" sldId="2147483715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3:01.352" v="64"/>
          <pc:sldLayoutMkLst>
            <pc:docMk/>
            <pc:sldMasterMk cId="1809725956" sldId="2147483708"/>
            <pc:sldLayoutMk cId="1877065338" sldId="2147483716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3:01.352" v="64"/>
          <pc:sldLayoutMkLst>
            <pc:docMk/>
            <pc:sldMasterMk cId="1809725956" sldId="2147483708"/>
            <pc:sldLayoutMk cId="3871043371" sldId="2147483717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3:01.352" v="64"/>
          <pc:sldLayoutMkLst>
            <pc:docMk/>
            <pc:sldMasterMk cId="1809725956" sldId="2147483708"/>
            <pc:sldLayoutMk cId="166774921" sldId="2147483718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3:01.352" v="64"/>
          <pc:sldLayoutMkLst>
            <pc:docMk/>
            <pc:sldMasterMk cId="1809725956" sldId="2147483708"/>
            <pc:sldLayoutMk cId="454756565" sldId="2147483719"/>
          </pc:sldLayoutMkLst>
        </pc:sldLayoutChg>
      </pc:sldMasterChg>
      <pc:sldMasterChg chg="add del addSldLayout delSldLayout modSldLayout">
        <pc:chgData name="Alexandros Nicolaou" userId="S::alexandros.nicolaou@conbotics.com::95dd0002-1b64-4896-b354-365a80cedfd4" providerId="AD" clId="Web-{0B886C9A-6CD1-4D3D-9BDE-1DDBAC5BE50A}" dt="2025-10-28T15:03:42.400" v="67"/>
        <pc:sldMasterMkLst>
          <pc:docMk/>
          <pc:sldMasterMk cId="2912239940" sldId="2147483720"/>
        </pc:sldMasterMkLst>
        <pc:sldLayoutChg chg="add del mod replId">
          <pc:chgData name="Alexandros Nicolaou" userId="S::alexandros.nicolaou@conbotics.com::95dd0002-1b64-4896-b354-365a80cedfd4" providerId="AD" clId="Web-{0B886C9A-6CD1-4D3D-9BDE-1DDBAC5BE50A}" dt="2025-10-28T15:03:42.400" v="67"/>
          <pc:sldLayoutMkLst>
            <pc:docMk/>
            <pc:sldMasterMk cId="2912239940" sldId="2147483720"/>
            <pc:sldLayoutMk cId="2840792142" sldId="2147483721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3:42.400" v="67"/>
          <pc:sldLayoutMkLst>
            <pc:docMk/>
            <pc:sldMasterMk cId="2912239940" sldId="2147483720"/>
            <pc:sldLayoutMk cId="3563127707" sldId="2147483722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3:42.400" v="67"/>
          <pc:sldLayoutMkLst>
            <pc:docMk/>
            <pc:sldMasterMk cId="2912239940" sldId="2147483720"/>
            <pc:sldLayoutMk cId="3335125690" sldId="2147483723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3:42.400" v="67"/>
          <pc:sldLayoutMkLst>
            <pc:docMk/>
            <pc:sldMasterMk cId="2912239940" sldId="2147483720"/>
            <pc:sldLayoutMk cId="1259953870" sldId="2147483724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3:42.400" v="67"/>
          <pc:sldLayoutMkLst>
            <pc:docMk/>
            <pc:sldMasterMk cId="2912239940" sldId="2147483720"/>
            <pc:sldLayoutMk cId="424464018" sldId="2147483725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3:42.400" v="67"/>
          <pc:sldLayoutMkLst>
            <pc:docMk/>
            <pc:sldMasterMk cId="2912239940" sldId="2147483720"/>
            <pc:sldLayoutMk cId="346523852" sldId="2147483726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3:42.400" v="67"/>
          <pc:sldLayoutMkLst>
            <pc:docMk/>
            <pc:sldMasterMk cId="2912239940" sldId="2147483720"/>
            <pc:sldLayoutMk cId="3069691163" sldId="2147483727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3:42.400" v="67"/>
          <pc:sldLayoutMkLst>
            <pc:docMk/>
            <pc:sldMasterMk cId="2912239940" sldId="2147483720"/>
            <pc:sldLayoutMk cId="1978360512" sldId="2147483728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3:42.400" v="67"/>
          <pc:sldLayoutMkLst>
            <pc:docMk/>
            <pc:sldMasterMk cId="2912239940" sldId="2147483720"/>
            <pc:sldLayoutMk cId="2813357125" sldId="2147483729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3:42.400" v="67"/>
          <pc:sldLayoutMkLst>
            <pc:docMk/>
            <pc:sldMasterMk cId="2912239940" sldId="2147483720"/>
            <pc:sldLayoutMk cId="1651838855" sldId="2147483730"/>
          </pc:sldLayoutMkLst>
        </pc:sldLayoutChg>
        <pc:sldLayoutChg chg="add del mod replId">
          <pc:chgData name="Alexandros Nicolaou" userId="S::alexandros.nicolaou@conbotics.com::95dd0002-1b64-4896-b354-365a80cedfd4" providerId="AD" clId="Web-{0B886C9A-6CD1-4D3D-9BDE-1DDBAC5BE50A}" dt="2025-10-28T15:03:42.400" v="67"/>
          <pc:sldLayoutMkLst>
            <pc:docMk/>
            <pc:sldMasterMk cId="2912239940" sldId="2147483720"/>
            <pc:sldLayoutMk cId="2508880361" sldId="2147483731"/>
          </pc:sldLayoutMkLst>
        </pc:sldLayoutChg>
      </pc:sldMasterChg>
      <pc:sldMasterChg chg="add addSldLayout modSldLayout">
        <pc:chgData name="Alexandros Nicolaou" userId="S::alexandros.nicolaou@conbotics.com::95dd0002-1b64-4896-b354-365a80cedfd4" providerId="AD" clId="Web-{0B886C9A-6CD1-4D3D-9BDE-1DDBAC5BE50A}" dt="2025-10-28T15:03:42.400" v="67"/>
        <pc:sldMasterMkLst>
          <pc:docMk/>
          <pc:sldMasterMk cId="3211061032" sldId="2147483732"/>
        </pc:sldMasterMkLst>
        <pc:sldLayoutChg chg="add mod replId">
          <pc:chgData name="Alexandros Nicolaou" userId="S::alexandros.nicolaou@conbotics.com::95dd0002-1b64-4896-b354-365a80cedfd4" providerId="AD" clId="Web-{0B886C9A-6CD1-4D3D-9BDE-1DDBAC5BE50A}" dt="2025-10-28T15:03:42.400" v="67"/>
          <pc:sldLayoutMkLst>
            <pc:docMk/>
            <pc:sldMasterMk cId="3211061032" sldId="2147483732"/>
            <pc:sldLayoutMk cId="2224595623" sldId="2147483733"/>
          </pc:sldLayoutMkLst>
        </pc:sldLayoutChg>
        <pc:sldLayoutChg chg="add mod replId">
          <pc:chgData name="Alexandros Nicolaou" userId="S::alexandros.nicolaou@conbotics.com::95dd0002-1b64-4896-b354-365a80cedfd4" providerId="AD" clId="Web-{0B886C9A-6CD1-4D3D-9BDE-1DDBAC5BE50A}" dt="2025-10-28T15:03:42.400" v="67"/>
          <pc:sldLayoutMkLst>
            <pc:docMk/>
            <pc:sldMasterMk cId="3211061032" sldId="2147483732"/>
            <pc:sldLayoutMk cId="545340830" sldId="2147483734"/>
          </pc:sldLayoutMkLst>
        </pc:sldLayoutChg>
        <pc:sldLayoutChg chg="add mod replId">
          <pc:chgData name="Alexandros Nicolaou" userId="S::alexandros.nicolaou@conbotics.com::95dd0002-1b64-4896-b354-365a80cedfd4" providerId="AD" clId="Web-{0B886C9A-6CD1-4D3D-9BDE-1DDBAC5BE50A}" dt="2025-10-28T15:03:42.400" v="67"/>
          <pc:sldLayoutMkLst>
            <pc:docMk/>
            <pc:sldMasterMk cId="3211061032" sldId="2147483732"/>
            <pc:sldLayoutMk cId="696964952" sldId="2147483735"/>
          </pc:sldLayoutMkLst>
        </pc:sldLayoutChg>
        <pc:sldLayoutChg chg="add mod replId">
          <pc:chgData name="Alexandros Nicolaou" userId="S::alexandros.nicolaou@conbotics.com::95dd0002-1b64-4896-b354-365a80cedfd4" providerId="AD" clId="Web-{0B886C9A-6CD1-4D3D-9BDE-1DDBAC5BE50A}" dt="2025-10-28T15:03:42.400" v="67"/>
          <pc:sldLayoutMkLst>
            <pc:docMk/>
            <pc:sldMasterMk cId="3211061032" sldId="2147483732"/>
            <pc:sldLayoutMk cId="1578041732" sldId="2147483736"/>
          </pc:sldLayoutMkLst>
        </pc:sldLayoutChg>
        <pc:sldLayoutChg chg="add mod replId">
          <pc:chgData name="Alexandros Nicolaou" userId="S::alexandros.nicolaou@conbotics.com::95dd0002-1b64-4896-b354-365a80cedfd4" providerId="AD" clId="Web-{0B886C9A-6CD1-4D3D-9BDE-1DDBAC5BE50A}" dt="2025-10-28T15:03:42.400" v="67"/>
          <pc:sldLayoutMkLst>
            <pc:docMk/>
            <pc:sldMasterMk cId="3211061032" sldId="2147483732"/>
            <pc:sldLayoutMk cId="2351629852" sldId="2147483737"/>
          </pc:sldLayoutMkLst>
        </pc:sldLayoutChg>
        <pc:sldLayoutChg chg="add mod replId">
          <pc:chgData name="Alexandros Nicolaou" userId="S::alexandros.nicolaou@conbotics.com::95dd0002-1b64-4896-b354-365a80cedfd4" providerId="AD" clId="Web-{0B886C9A-6CD1-4D3D-9BDE-1DDBAC5BE50A}" dt="2025-10-28T15:03:42.400" v="67"/>
          <pc:sldLayoutMkLst>
            <pc:docMk/>
            <pc:sldMasterMk cId="3211061032" sldId="2147483732"/>
            <pc:sldLayoutMk cId="3452224164" sldId="2147483738"/>
          </pc:sldLayoutMkLst>
        </pc:sldLayoutChg>
        <pc:sldLayoutChg chg="add mod replId">
          <pc:chgData name="Alexandros Nicolaou" userId="S::alexandros.nicolaou@conbotics.com::95dd0002-1b64-4896-b354-365a80cedfd4" providerId="AD" clId="Web-{0B886C9A-6CD1-4D3D-9BDE-1DDBAC5BE50A}" dt="2025-10-28T15:03:42.400" v="67"/>
          <pc:sldLayoutMkLst>
            <pc:docMk/>
            <pc:sldMasterMk cId="3211061032" sldId="2147483732"/>
            <pc:sldLayoutMk cId="568789931" sldId="2147483739"/>
          </pc:sldLayoutMkLst>
        </pc:sldLayoutChg>
        <pc:sldLayoutChg chg="add mod replId">
          <pc:chgData name="Alexandros Nicolaou" userId="S::alexandros.nicolaou@conbotics.com::95dd0002-1b64-4896-b354-365a80cedfd4" providerId="AD" clId="Web-{0B886C9A-6CD1-4D3D-9BDE-1DDBAC5BE50A}" dt="2025-10-28T15:03:42.400" v="67"/>
          <pc:sldLayoutMkLst>
            <pc:docMk/>
            <pc:sldMasterMk cId="3211061032" sldId="2147483732"/>
            <pc:sldLayoutMk cId="3009378470" sldId="2147483740"/>
          </pc:sldLayoutMkLst>
        </pc:sldLayoutChg>
        <pc:sldLayoutChg chg="add mod replId">
          <pc:chgData name="Alexandros Nicolaou" userId="S::alexandros.nicolaou@conbotics.com::95dd0002-1b64-4896-b354-365a80cedfd4" providerId="AD" clId="Web-{0B886C9A-6CD1-4D3D-9BDE-1DDBAC5BE50A}" dt="2025-10-28T15:03:42.400" v="67"/>
          <pc:sldLayoutMkLst>
            <pc:docMk/>
            <pc:sldMasterMk cId="3211061032" sldId="2147483732"/>
            <pc:sldLayoutMk cId="1258616748" sldId="2147483741"/>
          </pc:sldLayoutMkLst>
        </pc:sldLayoutChg>
        <pc:sldLayoutChg chg="add mod replId">
          <pc:chgData name="Alexandros Nicolaou" userId="S::alexandros.nicolaou@conbotics.com::95dd0002-1b64-4896-b354-365a80cedfd4" providerId="AD" clId="Web-{0B886C9A-6CD1-4D3D-9BDE-1DDBAC5BE50A}" dt="2025-10-28T15:03:42.400" v="67"/>
          <pc:sldLayoutMkLst>
            <pc:docMk/>
            <pc:sldMasterMk cId="3211061032" sldId="2147483732"/>
            <pc:sldLayoutMk cId="1399283617" sldId="2147483742"/>
          </pc:sldLayoutMkLst>
        </pc:sldLayoutChg>
        <pc:sldLayoutChg chg="add mod replId">
          <pc:chgData name="Alexandros Nicolaou" userId="S::alexandros.nicolaou@conbotics.com::95dd0002-1b64-4896-b354-365a80cedfd4" providerId="AD" clId="Web-{0B886C9A-6CD1-4D3D-9BDE-1DDBAC5BE50A}" dt="2025-10-28T15:03:42.400" v="67"/>
          <pc:sldLayoutMkLst>
            <pc:docMk/>
            <pc:sldMasterMk cId="3211061032" sldId="2147483732"/>
            <pc:sldLayoutMk cId="660026323" sldId="214748374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965A7A7B-B71A-428D-833F-0F3507A6DB13}" type="datetimeFigureOut">
              <a:rPr lang="en-US" dirty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24595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5CF65307-640F-4AE7-B0BE-50C709AD86C5}" type="datetimeFigureOut">
              <a:rPr lang="en-US" dirty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340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1F9-1F0F-4C65-8F6E-9729B924AAAC}" type="datetimeFigureOut">
              <a:rPr lang="en-US" dirty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96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202278E8-5F4B-47D5-A617-8CCDF75D6A33}" type="datetimeFigureOut">
              <a:rPr lang="en-US" dirty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041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16AAFA52-7A21-407F-8339-40DF182D7460}" type="datetimeFigureOut">
              <a:rPr lang="en-US" dirty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29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335-1C1A-4243-9BDD-9630C417D284}" type="datetimeFigureOut">
              <a:rPr lang="en-US" dirty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24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513F-8EBD-4612-96F4-CC3E309609AF}" type="datetimeFigureOut">
              <a:rPr lang="en-US" dirty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89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E6483A1-31A8-47A2-AB0A-53A7803D5EBF}" type="datetimeFigureOut">
              <a:rPr lang="en-US" dirty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378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810B9-2C7C-4CAF-99E2-617AE20BA331}" type="datetimeFigureOut">
              <a:rPr lang="en-US" dirty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616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F9EB-9D34-4B41-B66C-5FAF50876D2D}" type="datetimeFigureOut">
              <a:rPr lang="en-US" dirty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283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9A26-CAA1-4690-8C1F-1641B1B97745}" type="datetimeFigureOut">
              <a:rPr lang="en-US" dirty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26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dirty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061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mailto:conbotics@10.11.12.10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conbotics@10.11.12.10" TargetMode="External"/><Relationship Id="rId2" Type="http://schemas.openxmlformats.org/officeDocument/2006/relationships/hyperlink" Target="https://app.netbird.io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marketplace.visualstudio.com/items?itemName=mhutchie.git-graph" TargetMode="External"/><Relationship Id="rId2" Type="http://schemas.openxmlformats.org/officeDocument/2006/relationships/hyperlink" Target="https://marketplace.visualstudio.com/items?itemName=ms-vscode-remote.remote-ssh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Conbotics</a:t>
            </a:r>
            <a:r>
              <a:rPr lang="en-US"/>
              <a:t> Operation Manual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EDFD5-B5C6-FCC6-E519-BA7B5AAE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Capabilities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60AE3-CEDC-A6BF-C554-1AA90B8BA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Capabilities &amp; Limitations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Short wall: 3.2m vertical – 2.5m min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Inner/outer corner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Maximum pressure in the pneumatic system: 8bars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Pressure in airless device: 150-170bars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Weight: 140kg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PainterRobot</a:t>
            </a:r>
            <a:r>
              <a:rPr lang="en-US">
                <a:ea typeface="+mn-lt"/>
                <a:cs typeface="+mn-lt"/>
              </a:rPr>
              <a:t> with extended arm 1230 x 900 x 1915 mm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PainterRobot with retracted arm 1230 x 892 x 1945 mm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994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E2D14-A429-DEA8-953B-9F017D0ED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ECFE8-AFB0-D495-F5F5-48CFB5EE2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B35EE-E005-00A7-DFCE-A24C584FA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/>
              <a:t>Turn on the robot</a:t>
            </a:r>
            <a:br>
              <a:rPr lang="en-US"/>
            </a:br>
            <a:r>
              <a:rPr lang="en-US"/>
              <a:t>1. Turn the system ON</a:t>
            </a:r>
            <a:br>
              <a:rPr lang="en-US"/>
            </a:br>
            <a:r>
              <a:rPr lang="en-US"/>
              <a:t>2. Release brakes (green button once)</a:t>
            </a:r>
            <a:br>
              <a:rPr lang="en-US"/>
            </a:br>
            <a:r>
              <a:rPr lang="en-US"/>
              <a:t>3. Boot up PC and Jetson (green button 5s)</a:t>
            </a:r>
          </a:p>
          <a:p>
            <a:r>
              <a:rPr lang="en-US"/>
              <a:t>Turn off the robot</a:t>
            </a:r>
            <a:br>
              <a:rPr lang="en-US"/>
            </a:br>
            <a:r>
              <a:rPr lang="en-US"/>
              <a:t>1. Hold the green button for 8s</a:t>
            </a:r>
          </a:p>
          <a:p>
            <a:r>
              <a:rPr lang="en-US"/>
              <a:t>Emergency button</a:t>
            </a:r>
            <a:br>
              <a:rPr lang="en-US"/>
            </a:br>
            <a:r>
              <a:rPr lang="en-US"/>
              <a:t>1. Cuts power to motors (red button)</a:t>
            </a:r>
            <a:br>
              <a:rPr lang="en-US"/>
            </a:br>
            <a:r>
              <a:rPr lang="en-US"/>
              <a:t>2. Release by turning it</a:t>
            </a:r>
            <a:br>
              <a:rPr lang="en-US"/>
            </a:br>
            <a:r>
              <a:rPr lang="en-US"/>
              <a:t>3. Release brakes (green button)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363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9E0DA-3752-7353-C3D9-3BDF3DFA6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2A273-607F-F152-0451-FBF8E2ABD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Preparations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BDB2B-4049-8F95-65E4-D0A057E39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593" y="2154174"/>
            <a:ext cx="10349103" cy="4532376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dirty="0"/>
              <a:t>Prepare the airless device for a paint job</a:t>
            </a:r>
            <a:br>
              <a:rPr lang="en-US" dirty="0"/>
            </a:br>
            <a:r>
              <a:rPr lang="en-US" dirty="0"/>
              <a:t>1. Place a full paint bucket and dip in the inlet tube </a:t>
            </a:r>
            <a:br>
              <a:rPr lang="en-US" dirty="0"/>
            </a:br>
            <a:r>
              <a:rPr lang="en-US" dirty="0"/>
              <a:t>2. Set the airless device to 150-170bars</a:t>
            </a:r>
            <a:br>
              <a:rPr lang="en-US" dirty="0"/>
            </a:br>
            <a:r>
              <a:rPr lang="en-US" dirty="0"/>
              <a:t>3. Turn the black knob to face leftward</a:t>
            </a:r>
            <a:br>
              <a:rPr lang="en-US" dirty="0"/>
            </a:br>
            <a:r>
              <a:rPr lang="en-US" dirty="0"/>
              <a:t>4. Ensure the airless device only pumps liquid. Not air.</a:t>
            </a:r>
            <a:br>
              <a:rPr lang="en-US" dirty="0"/>
            </a:br>
            <a:r>
              <a:rPr lang="en-US" dirty="0"/>
              <a:t>5. Spray manually until you achieve smooth paint flow.</a:t>
            </a:r>
            <a:br>
              <a:rPr lang="en-US" dirty="0"/>
            </a:br>
            <a:r>
              <a:rPr lang="en-US" dirty="0"/>
              <a:t>6. Ready to paint.</a:t>
            </a:r>
          </a:p>
          <a:p>
            <a:r>
              <a:rPr lang="en-US" dirty="0"/>
              <a:t>Prepare the robot for a paint job</a:t>
            </a:r>
            <a:br>
              <a:rPr lang="en-US" dirty="0"/>
            </a:br>
            <a:r>
              <a:rPr lang="en-US" dirty="0"/>
              <a:t>1. All the previous plus,</a:t>
            </a:r>
            <a:br>
              <a:rPr lang="en-US" dirty="0"/>
            </a:br>
            <a:r>
              <a:rPr lang="en-US" dirty="0"/>
              <a:t>2. Initialize</a:t>
            </a:r>
            <a:br>
              <a:rPr lang="en-US" dirty="0"/>
            </a:br>
            <a:r>
              <a:rPr lang="en-US" dirty="0"/>
              <a:t>3. Drive the robot close to the corner</a:t>
            </a:r>
            <a:br>
              <a:rPr lang="en-US" dirty="0"/>
            </a:br>
            <a:r>
              <a:rPr lang="en-US" dirty="0"/>
              <a:t>4. Create the room plan, or/and edit the configurations of the room</a:t>
            </a:r>
            <a:br>
              <a:rPr lang="en-US" dirty="0"/>
            </a:br>
            <a:r>
              <a:rPr lang="en-US"/>
              <a:t>5. Start robot.</a:t>
            </a:r>
          </a:p>
          <a:p>
            <a:r>
              <a:rPr lang="en-US" sz="2700"/>
              <a:t>Prepare the room for a paint job (fake walls)</a:t>
            </a:r>
            <a:br>
              <a:rPr lang="en-US" sz="2700" dirty="0"/>
            </a:br>
            <a:r>
              <a:rPr lang="en-US" sz="2700"/>
              <a:t>1. Add fake walls that can cover +-30cm around the height of the lidars.</a:t>
            </a:r>
            <a:br>
              <a:rPr lang="en-US" dirty="0"/>
            </a:br>
            <a:endParaRPr lang="en-US" dirty="0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706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A4AB0-E0C2-71FF-521C-52B0698A2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FC320-408B-1483-0176-5BFE2BBB4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Tablet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44159-197B-898C-6207-BC9BB2930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7148703" cy="3694176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sz="4000"/>
              <a:t>Change tablet UI version</a:t>
            </a:r>
            <a:endParaRPr lang="en-US" sz="3400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3000"/>
              <a:t>Navigate to the first page of the app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3000"/>
              <a:t>Menu &gt; App Settings &gt; Load updates &gt; Reload or,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3000"/>
              <a:t>Select an update channel or,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3000"/>
              <a:t>Add an update channel by tapping the '+' option and typing in the name of the channel (</a:t>
            </a:r>
            <a:r>
              <a:rPr lang="en-US" sz="3000" err="1"/>
              <a:t>eg</a:t>
            </a:r>
            <a:r>
              <a:rPr lang="en-US" sz="3000"/>
              <a:t> 'testing', 'develop', '</a:t>
            </a:r>
            <a:r>
              <a:rPr lang="en-US" sz="3000" err="1"/>
              <a:t>singapore</a:t>
            </a:r>
            <a:r>
              <a:rPr lang="en-US" sz="3000"/>
              <a:t>')</a:t>
            </a:r>
            <a:br>
              <a:rPr lang="en-US" sz="3000"/>
            </a:br>
            <a:br>
              <a:rPr lang="en-US" sz="3000"/>
            </a:br>
            <a:endParaRPr lang="en-US" sz="3000"/>
          </a:p>
        </p:txBody>
      </p:sp>
      <p:pic>
        <p:nvPicPr>
          <p:cNvPr id="4" name="Picture 3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1A20EC54-D5BF-1D5C-D8AB-1119634F1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2314575"/>
            <a:ext cx="3095625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541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FDE08-B33F-59F2-5B75-ACA787409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609A7-6ACD-65A6-93BE-B8738B090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Tablet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FCB4A-3BA2-5409-2EF8-E800720EA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3118" y="2868549"/>
            <a:ext cx="3643503" cy="3732276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514350" indent="-514350">
              <a:buAutoNum type="arabicPeriod"/>
            </a:pPr>
            <a:r>
              <a:rPr lang="en-US" sz="3000"/>
              <a:t>Connection status</a:t>
            </a:r>
          </a:p>
          <a:p>
            <a:pPr marL="514350" indent="-514350">
              <a:buAutoNum type="arabicPeriod"/>
            </a:pPr>
            <a:r>
              <a:rPr lang="en-US" sz="3000"/>
              <a:t>Battery</a:t>
            </a:r>
          </a:p>
          <a:p>
            <a:pPr marL="514350" indent="-514350">
              <a:buAutoNum type="arabicPeriod"/>
            </a:pPr>
            <a:r>
              <a:rPr lang="en-US" sz="3000"/>
              <a:t>Paint </a:t>
            </a:r>
            <a:r>
              <a:rPr lang="en-US" sz="3000" err="1"/>
              <a:t>litres</a:t>
            </a:r>
          </a:p>
          <a:p>
            <a:pPr marL="514350" indent="-514350">
              <a:buAutoNum type="arabicPeriod"/>
            </a:pPr>
            <a:r>
              <a:rPr lang="en-US" sz="3000"/>
              <a:t>Proximity status</a:t>
            </a:r>
          </a:p>
          <a:p>
            <a:pPr marL="514350" indent="-514350">
              <a:buAutoNum type="arabicPeriod"/>
            </a:pPr>
            <a:r>
              <a:rPr lang="en-US" sz="3000"/>
              <a:t>Cameras status</a:t>
            </a:r>
          </a:p>
          <a:p>
            <a:pPr marL="514350" indent="-514350">
              <a:buAutoNum type="arabicPeriod"/>
            </a:pPr>
            <a:r>
              <a:rPr lang="en-US" sz="3000"/>
              <a:t>Lock/unlock</a:t>
            </a:r>
          </a:p>
          <a:p>
            <a:pPr marL="514350" indent="-514350">
              <a:buAutoNum type="arabicPeriod"/>
            </a:pPr>
            <a:r>
              <a:rPr lang="en-US" sz="3000"/>
              <a:t>N/A</a:t>
            </a:r>
          </a:p>
          <a:p>
            <a:pPr marL="514350" indent="-514350">
              <a:buAutoNum type="arabicPeriod"/>
            </a:pPr>
            <a:r>
              <a:rPr lang="en-US" sz="3000"/>
              <a:t>Undo / Redo</a:t>
            </a:r>
          </a:p>
          <a:p>
            <a:pPr marL="514350" indent="-514350">
              <a:buAutoNum type="arabicPeriod"/>
            </a:pPr>
            <a:r>
              <a:rPr lang="en-US" sz="3000"/>
              <a:t>Settings</a:t>
            </a:r>
            <a:br>
              <a:rPr lang="en-US" sz="3000"/>
            </a:br>
            <a:br>
              <a:rPr lang="en-US" sz="3000"/>
            </a:br>
            <a:endParaRPr lang="en-US" sz="3000"/>
          </a:p>
        </p:txBody>
      </p:sp>
      <p:pic>
        <p:nvPicPr>
          <p:cNvPr id="5" name="Picture 4" descr="A black rectangular object with red border&#10;&#10;AI-generated content may be incorrect.">
            <a:extLst>
              <a:ext uri="{FF2B5EF4-FFF2-40B4-BE49-F238E27FC236}">
                <a16:creationId xmlns:a16="http://schemas.microsoft.com/office/drawing/2014/main" id="{DAFFD732-12FC-C35C-10C3-4CA5F78E1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2176463"/>
            <a:ext cx="584835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56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08A9A-5A3B-5E2A-F0C4-CDCD3E3C7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1BB0-11AB-3CE6-CE0D-56D0F7144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Tablet Usage - Movement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0340E-93EB-4F4D-CC39-B9E6093DE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077974"/>
            <a:ext cx="6805803" cy="1627251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 sz="4000"/>
              <a:t>Move the arm 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3600"/>
              <a:t>Either each axis separately, or,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3600"/>
              <a:t>Move the arm to a specific predefined position</a:t>
            </a:r>
          </a:p>
          <a:p>
            <a:r>
              <a:rPr lang="en-US" sz="4000"/>
              <a:t>Move the base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AE9C1D-9210-82A1-6602-385AF3D92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3633486"/>
            <a:ext cx="6534150" cy="3124804"/>
          </a:xfrm>
          <a:prstGeom prst="rect">
            <a:avLst/>
          </a:prstGeom>
        </p:spPr>
      </p:pic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F327F2AB-ACC9-8742-B67E-98CF4DE0B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1538" y="2628900"/>
            <a:ext cx="2676525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963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CA6D9-EA5D-3D3B-9E3B-9D4DB2A60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54B96-EC05-B52C-8852-57A503249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Tablet Usage - Maintenance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0F1B0-DCC5-54F4-3220-D9D6EBEF3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354199"/>
            <a:ext cx="10168128" cy="3694176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sz="4000"/>
              <a:t>Calibrate timings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3000"/>
              <a:t>Menu &gt; Maintenance &gt; Calibration &gt; Spray timings (vertical / horizontal)</a:t>
            </a:r>
            <a:br>
              <a:rPr lang="en-US" sz="3400"/>
            </a:br>
            <a:br>
              <a:rPr lang="en-US" sz="3400"/>
            </a:br>
            <a:br>
              <a:rPr lang="en-US" sz="3400"/>
            </a:br>
            <a:br>
              <a:rPr lang="en-US" sz="3400"/>
            </a:br>
            <a:br>
              <a:rPr lang="en-US" sz="3400"/>
            </a:br>
            <a:br>
              <a:rPr lang="en-US" sz="3400"/>
            </a:br>
            <a:br>
              <a:rPr lang="en-US" sz="3400"/>
            </a:br>
            <a:endParaRPr lang="en-US" sz="340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80A47F-A78C-AA30-D45A-8E56D98CB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5" y="3352531"/>
            <a:ext cx="7115175" cy="332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690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19A66-E2B2-BED8-2BE4-E7605F0C0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408EC-4F5C-68AE-32A3-D2662C114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Tablet Usage - Maintenance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63F83-EB1C-F63A-AD3A-D55D4F0BF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918" y="2277999"/>
            <a:ext cx="10168128" cy="3694176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sz="4000"/>
              <a:t>Calibrate odometry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3400"/>
              <a:t>Menu &gt; Maintenance &gt; Calibration &gt; Odometry, or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3400"/>
              <a:t>Well... ask someone</a:t>
            </a:r>
            <a:br>
              <a:rPr lang="en-US" sz="3400"/>
            </a:br>
            <a:br>
              <a:rPr lang="en-US" sz="3400"/>
            </a:br>
            <a:br>
              <a:rPr lang="en-US" sz="3400"/>
            </a:br>
            <a:br>
              <a:rPr lang="en-US" sz="3400"/>
            </a:br>
            <a:br>
              <a:rPr lang="en-US" sz="3400"/>
            </a:br>
            <a:br>
              <a:rPr lang="en-US" sz="3400"/>
            </a:br>
            <a:br>
              <a:rPr lang="en-US" sz="3400"/>
            </a:br>
            <a:br>
              <a:rPr lang="en-US" sz="3400"/>
            </a:br>
            <a:endParaRPr lang="en-US" sz="340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347978F-A04B-841B-4BE7-82F4D26E1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225" y="3183315"/>
            <a:ext cx="6781800" cy="341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560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3FC2A-8B8F-C322-18E8-EE7F86C5E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A02A0-1962-B1D8-96D9-3E7FD75FA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Tablet Usage – Create room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19FB2-A27A-4B1C-34A5-688B05CF8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287524"/>
            <a:ext cx="6748653" cy="2255901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sz="3400"/>
              <a:t>Add a points for corners, in a clockwise fashion</a:t>
            </a:r>
            <a:endParaRPr lang="en-US"/>
          </a:p>
          <a:p>
            <a:r>
              <a:rPr lang="en-US" sz="3400"/>
              <a:t>Use Menu &gt; Room Settings &gt; flip function if needed</a:t>
            </a:r>
            <a:endParaRPr lang="en-US"/>
          </a:p>
          <a:p>
            <a:r>
              <a:rPr lang="en-US" sz="3400"/>
              <a:t>Configurations (Menu &gt; Process Settings). Make sure wall distance is the desired one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FEC326-547F-E0DB-960D-7F3B67663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1075" y="2609850"/>
            <a:ext cx="2686050" cy="2800350"/>
          </a:xfrm>
          <a:prstGeom prst="rect">
            <a:avLst/>
          </a:prstGeom>
        </p:spPr>
      </p:pic>
      <p:pic>
        <p:nvPicPr>
          <p:cNvPr id="6" name="Picture 5" descr="A white and yellow lines on a black background&#10;&#10;AI-generated content may be incorrect.">
            <a:extLst>
              <a:ext uri="{FF2B5EF4-FFF2-40B4-BE49-F238E27FC236}">
                <a16:creationId xmlns:a16="http://schemas.microsoft.com/office/drawing/2014/main" id="{B8EB4BC6-A70C-8741-B38C-CE4B566C2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675" y="3992451"/>
            <a:ext cx="5438775" cy="273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32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32161-B5AC-49EE-9159-595C191AB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01CAF-5D97-A806-CB18-548023A52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Tablet Usage – Create room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2F3C4-DEF3-0870-74CD-DE66E0CAF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258949"/>
            <a:ext cx="8139303" cy="1798701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 sz="3400"/>
              <a:t>Add margins / offsets (Menu &gt; Room settings &gt; Settings for all walls)</a:t>
            </a:r>
            <a:endParaRPr lang="en-US"/>
          </a:p>
          <a:p>
            <a:r>
              <a:rPr lang="en-US" sz="3400"/>
              <a:t>Add obstacles (Select the wall &gt; Obstacles)</a:t>
            </a:r>
          </a:p>
          <a:p>
            <a:r>
              <a:rPr lang="en-US" sz="3400"/>
              <a:t>Change wall settings (Select the wall &gt; Change wall settings)</a:t>
            </a:r>
          </a:p>
          <a:p>
            <a:r>
              <a:rPr lang="en-US" sz="3400"/>
              <a:t>Note: A ceiling line must start exactly in the beginning/end, or where the previous line finished</a:t>
            </a:r>
          </a:p>
        </p:txBody>
      </p:sp>
      <p:pic>
        <p:nvPicPr>
          <p:cNvPr id="5" name="Picture 4" descr="A screenshot of a screen&#10;&#10;AI-generated content may be incorrect.">
            <a:extLst>
              <a:ext uri="{FF2B5EF4-FFF2-40B4-BE49-F238E27FC236}">
                <a16:creationId xmlns:a16="http://schemas.microsoft.com/office/drawing/2014/main" id="{85A3D006-094D-912B-0EEA-CF2CE1C76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1138" y="2257425"/>
            <a:ext cx="2590800" cy="2562225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01AD94-7F8D-715C-4966-AED14CD5A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675" y="4157663"/>
            <a:ext cx="2581275" cy="215265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E0B0CB-8555-7C7E-0FD1-910807DB0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3419" y="4314825"/>
            <a:ext cx="4320737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607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7A9BD-621C-8D8F-877D-5D4F2E0E3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7DFAD-7C15-3E3E-1B0B-9704E656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Tablet Usage – Process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6E1F2-22CA-27A0-7404-F5E11C4DB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196188"/>
            <a:ext cx="10168128" cy="2890424"/>
          </a:xfrm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r>
              <a:rPr lang="en-US" sz="4000" b="1" i="1"/>
              <a:t>Menu &gt; Process Settings &gt; un/</a:t>
            </a:r>
            <a:r>
              <a:rPr lang="en-US" sz="4000" b="1" i="1" err="1"/>
              <a:t>tickautomated</a:t>
            </a:r>
            <a:r>
              <a:rPr lang="en-US" sz="4000" b="1" i="1"/>
              <a:t> obstacle/ceiling detection</a:t>
            </a:r>
            <a:endParaRPr lang="en-US" b="1" i="1"/>
          </a:p>
          <a:p>
            <a:r>
              <a:rPr lang="en-US" sz="4000" b="1" i="1"/>
              <a:t>Click on a wall &gt; Change wall settings &gt; Apply wall length/height in process</a:t>
            </a:r>
          </a:p>
          <a:p>
            <a:pPr marL="0" indent="0">
              <a:buNone/>
            </a:pPr>
            <a:r>
              <a:rPr lang="en-US" sz="4000"/>
              <a:t>There are two modes to distinguish:</a:t>
            </a:r>
            <a:endParaRPr lang="en-US"/>
          </a:p>
          <a:p>
            <a:r>
              <a:rPr lang="en-US" sz="4000"/>
              <a:t>Automatic mode: We just draw the layout of the room (</a:t>
            </a:r>
            <a:r>
              <a:rPr lang="en-US" sz="4000" err="1"/>
              <a:t>eg</a:t>
            </a:r>
            <a:r>
              <a:rPr lang="en-US" sz="4000"/>
              <a:t> 4 corners). We start the process, and the robot does the rest.</a:t>
            </a:r>
          </a:p>
          <a:p>
            <a:r>
              <a:rPr lang="en-US" sz="4000"/>
              <a:t>Semi-automatic mode: On top of the previous step, we also have to set the exact dimensions and characteristics of the room (width, length, obstacles, holes)</a:t>
            </a:r>
          </a:p>
        </p:txBody>
      </p:sp>
      <p:pic>
        <p:nvPicPr>
          <p:cNvPr id="5" name="Picture 4" descr="A screenshot of a black box with white text&#10;&#10;AI-generated content may be incorrect.">
            <a:extLst>
              <a:ext uri="{FF2B5EF4-FFF2-40B4-BE49-F238E27FC236}">
                <a16:creationId xmlns:a16="http://schemas.microsoft.com/office/drawing/2014/main" id="{F1538F5E-F011-5688-7270-F9E268116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663" y="5264390"/>
            <a:ext cx="4086225" cy="1152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C19980-CCD5-30AD-71BC-C6E10A8C0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203" y="5430685"/>
            <a:ext cx="713422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745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B41BA-9793-AAD1-C0CA-471539FF2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291C2-7588-CBAF-CFE0-C9F5B4E03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Tablet Usage – Wall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FE3D3-18A6-C01C-7876-C90C828CA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618" y="2478024"/>
            <a:ext cx="5648320" cy="3694176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514350" indent="-514350">
              <a:buAutoNum type="arabicPeriod"/>
            </a:pPr>
            <a:r>
              <a:rPr lang="en-US" sz="3000"/>
              <a:t>Choose 'Start from scratch' to make your own room plan, or 'Load room from storage' to load a previously saved one, or 'Continue with previous room'</a:t>
            </a:r>
          </a:p>
          <a:p>
            <a:pPr marL="514350" indent="-514350">
              <a:buAutoNum type="arabicPeriod"/>
            </a:pPr>
            <a:r>
              <a:rPr lang="en-US" sz="3000"/>
              <a:t>Draw the room plan. Make sure all the dimensions/obstacles/door and window gaps are correct if you are using semi-automatic mode. Otherwise just create the boundaries of the room (</a:t>
            </a:r>
            <a:r>
              <a:rPr lang="en-US" sz="3000" err="1"/>
              <a:t>eg</a:t>
            </a:r>
            <a:r>
              <a:rPr lang="en-US" sz="3000"/>
              <a:t> rectangle)</a:t>
            </a:r>
            <a:endParaRPr lang="en-US"/>
          </a:p>
        </p:txBody>
      </p:sp>
      <p:pic>
        <p:nvPicPr>
          <p:cNvPr id="4" name="Picture 3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B1CA7DEA-065E-DC04-87D4-AF85FBE0E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8706" y="2689834"/>
            <a:ext cx="5320299" cy="268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922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8854B-66A8-39EE-AF69-012004583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51F8A-2849-9E8C-C1A4-87693ADB9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Tablet Usage – Wall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FD707-9669-9C0C-680B-888124248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5857087" cy="3694176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3000"/>
              <a:t>3. Make sure all the configuration (wall distance, automated ceiling/obstacle detection un/checked </a:t>
            </a:r>
            <a:r>
              <a:rPr lang="en-US" sz="3000" err="1"/>
              <a:t>etc</a:t>
            </a:r>
            <a:r>
              <a:rPr lang="en-US" sz="3000"/>
              <a:t>)</a:t>
            </a:r>
            <a:endParaRPr lang="en-US"/>
          </a:p>
          <a:p>
            <a:pPr marL="0" indent="0">
              <a:buNone/>
            </a:pPr>
            <a:r>
              <a:rPr lang="en-US" sz="3000"/>
              <a:t>4. Initialize</a:t>
            </a:r>
            <a:endParaRPr lang="en-US"/>
          </a:p>
          <a:p>
            <a:pPr marL="0" indent="0">
              <a:buNone/>
            </a:pPr>
            <a:r>
              <a:rPr lang="en-US" sz="3000"/>
              <a:t>5. Drive the robot close to the corner position</a:t>
            </a:r>
            <a:endParaRPr lang="en-US"/>
          </a:p>
          <a:p>
            <a:pPr marL="0" indent="0">
              <a:buNone/>
            </a:pPr>
            <a:r>
              <a:rPr lang="en-US" sz="3000"/>
              <a:t>6. Configure inner/outer corners</a:t>
            </a:r>
          </a:p>
          <a:p>
            <a:pPr marL="0" indent="0">
              <a:buNone/>
            </a:pPr>
            <a:r>
              <a:rPr lang="en-US" sz="3000"/>
              <a:t>7. Choose a start corner</a:t>
            </a:r>
          </a:p>
          <a:p>
            <a:pPr marL="0" indent="0">
              <a:buNone/>
            </a:pPr>
            <a:r>
              <a:rPr lang="en-US" sz="3000"/>
              <a:t>8. 'Start robot'</a:t>
            </a:r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81C695-250C-1FD2-8F88-65C2A75C6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9757" y="3162635"/>
            <a:ext cx="5480136" cy="233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735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D05BF-51B6-7B2B-0F69-DDB30752B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47BF5-F9BC-58F9-B968-1E21BB4DF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Tablet Usage – Wall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6B8DC-DB3C-AD90-430B-98A697492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029037" cy="36941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/>
              <a:t>After that, it will prompt to start the initialization drive. </a:t>
            </a:r>
            <a:endParaRPr lang="en-US"/>
          </a:p>
          <a:p>
            <a:r>
              <a:rPr lang="en-US" sz="3000"/>
              <a:t>After this is done as well, we are good to go</a:t>
            </a:r>
            <a:endParaRPr lang="en-US"/>
          </a:p>
          <a:p>
            <a:r>
              <a:rPr lang="en-US" sz="3000"/>
              <a:t>'Start spraying' is the last step before the robot starts moving and painting.</a:t>
            </a:r>
          </a:p>
          <a:p>
            <a:r>
              <a:rPr lang="en-US" sz="3000"/>
              <a:t>Note: At any time, you may </a:t>
            </a:r>
            <a:r>
              <a:rPr lang="en-US" sz="3000" b="1"/>
              <a:t>Pause </a:t>
            </a:r>
            <a:r>
              <a:rPr lang="en-US" sz="3000"/>
              <a:t>or </a:t>
            </a:r>
            <a:r>
              <a:rPr lang="en-US" sz="3000" b="1"/>
              <a:t>Stop </a:t>
            </a:r>
            <a:r>
              <a:rPr lang="en-US" sz="3000"/>
              <a:t>the process, on the top/right corner</a:t>
            </a:r>
          </a:p>
        </p:txBody>
      </p:sp>
    </p:spTree>
    <p:extLst>
      <p:ext uri="{BB962C8B-B14F-4D97-AF65-F5344CB8AC3E}">
        <p14:creationId xmlns:p14="http://schemas.microsoft.com/office/powerpoint/2010/main" val="1986584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F21F5-B6AB-D5D6-8428-AB5A94EB5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29730-C3ED-0F63-4434-FF3D33AD3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Tablet Usage – Ceiling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7BC62-DB03-A718-AE65-34B638EC3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8811142" cy="1909218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sz="4000"/>
              <a:t>Do a ceiling paint process</a:t>
            </a:r>
            <a:endParaRPr lang="en-US" sz="3400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3000"/>
              <a:t>Choose 'Start by scanning the room' 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3000"/>
              <a:t>Wait until the room is scanned, and verify its layout</a:t>
            </a:r>
            <a:endParaRPr lang="en-US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3000"/>
              <a:t>Choose the starting corner, and drive close to it</a:t>
            </a:r>
            <a:endParaRPr lang="en-US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3000"/>
              <a:t>Press the tick and eventually 'Start robot'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4AB887-7D81-BB24-BAEB-9749987BC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4076700"/>
            <a:ext cx="4248150" cy="264795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6005294-C2D8-33A2-D36C-3F46FD128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088" y="4391025"/>
            <a:ext cx="363855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478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8C771-E357-FCD0-C58D-7B93C22AF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4793-30AD-7856-28D8-3E0D5F809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Tablet Usage – Emergency 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7F634-4500-2AA6-7B30-E0F731EA8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097017" cy="1909218"/>
          </a:xfrm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pPr marL="0" indent="0">
              <a:buNone/>
            </a:pPr>
            <a:r>
              <a:rPr lang="en-US" sz="4000"/>
              <a:t>In case of emergency</a:t>
            </a:r>
          </a:p>
          <a:p>
            <a:pPr marL="571500" indent="-571500"/>
            <a:r>
              <a:rPr lang="en-US" sz="4000"/>
              <a:t>Press stop on tablet: The robot will stop after it finishes the current task (</a:t>
            </a:r>
            <a:r>
              <a:rPr lang="en-US" sz="4000" err="1"/>
              <a:t>eg</a:t>
            </a:r>
            <a:r>
              <a:rPr lang="en-US" sz="4000"/>
              <a:t> after wall change)</a:t>
            </a:r>
          </a:p>
          <a:p>
            <a:pPr marL="571500" indent="-571500"/>
            <a:r>
              <a:rPr lang="en-US" sz="4000"/>
              <a:t>Press the emergency button: The robot will stop immediately</a:t>
            </a:r>
            <a:endParaRPr lang="en-US" sz="3000"/>
          </a:p>
          <a:p>
            <a:pPr marL="1028700" lvl="1" indent="-571500">
              <a:buFont typeface="Courier New,monospace" panose="020B0604020202020204" pitchFamily="34" charset="0"/>
              <a:buChar char="o"/>
            </a:pPr>
            <a:r>
              <a:rPr lang="en-US" sz="3600"/>
              <a:t>To bring back to normal, release the button, and release brakes again (green button)</a:t>
            </a:r>
          </a:p>
        </p:txBody>
      </p:sp>
    </p:spTree>
    <p:extLst>
      <p:ext uri="{BB962C8B-B14F-4D97-AF65-F5344CB8AC3E}">
        <p14:creationId xmlns:p14="http://schemas.microsoft.com/office/powerpoint/2010/main" val="24290766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45920-9E3F-1773-5AC9-161D43D7D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52CEE-39BE-7118-AAEF-00D4FE609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–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B37D2-C4A9-96F3-6454-5F47B0BD2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Login to the robot and jetson locally (ssh)</a:t>
            </a:r>
            <a:br>
              <a:rPr lang="en-US"/>
            </a:br>
            <a:r>
              <a:rPr lang="en-US"/>
              <a:t>1. Connect to the robot via </a:t>
            </a:r>
            <a:r>
              <a:rPr lang="en-US" err="1"/>
              <a:t>WiFi</a:t>
            </a:r>
            <a:r>
              <a:rPr lang="en-US"/>
              <a:t> (</a:t>
            </a:r>
            <a:r>
              <a:rPr lang="en-US" err="1"/>
              <a:t>eg</a:t>
            </a:r>
            <a:r>
              <a:rPr lang="en-US"/>
              <a:t> MR04)</a:t>
            </a:r>
            <a:br>
              <a:rPr lang="en-US"/>
            </a:br>
            <a:r>
              <a:rPr lang="en-US"/>
              <a:t>2. Connect to the robot PC (passwords in </a:t>
            </a:r>
            <a:r>
              <a:rPr lang="en-US" err="1"/>
              <a:t>Keepass</a:t>
            </a:r>
            <a:r>
              <a:rPr lang="en-US"/>
              <a:t>):</a:t>
            </a:r>
            <a:br>
              <a:rPr lang="en-US"/>
            </a:br>
            <a:r>
              <a:rPr lang="en-US"/>
              <a:t>  </a:t>
            </a:r>
            <a:br>
              <a:rPr lang="en-US" sz="200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3. Connect to jetson:</a:t>
            </a:r>
            <a:br>
              <a:rPr lang="en-US">
                <a:ea typeface="+mn-lt"/>
                <a:cs typeface="+mn-lt"/>
              </a:rPr>
            </a:br>
            <a:r>
              <a:rPr lang="en-US" sz="2000">
                <a:ea typeface="+mn-lt"/>
                <a:cs typeface="+mn-lt"/>
              </a:rPr>
              <a:t>   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03F5C-C865-6761-450E-FD0CDD20822F}"/>
              </a:ext>
            </a:extLst>
          </p:cNvPr>
          <p:cNvSpPr txBox="1"/>
          <p:nvPr/>
        </p:nvSpPr>
        <p:spPr>
          <a:xfrm>
            <a:off x="2306877" y="4008329"/>
            <a:ext cx="412315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ssh –X –A </a:t>
            </a:r>
            <a:r>
              <a:rPr lang="en-US" sz="2000">
                <a:hlinkClick r:id="rId2"/>
              </a:rPr>
              <a:t>conbotics@10.11.12.10</a:t>
            </a:r>
            <a:endParaRPr lang="en-US" sz="2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BB8B6D-E086-E444-9C45-D08E06A0942C}"/>
              </a:ext>
            </a:extLst>
          </p:cNvPr>
          <p:cNvSpPr txBox="1"/>
          <p:nvPr/>
        </p:nvSpPr>
        <p:spPr>
          <a:xfrm>
            <a:off x="2306877" y="4947780"/>
            <a:ext cx="412315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ssh –X –A </a:t>
            </a:r>
            <a:r>
              <a:rPr lang="en-US" sz="2000">
                <a:hlinkClick r:id="rId2"/>
              </a:rPr>
              <a:t>conbotics@10.11.12.10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568515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3B20-872C-BF04-047A-180B0A9DE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EDD38-92B5-C88E-EEFB-D62002E80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–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A4CC3-88DF-6702-F3EB-FE3EABC1A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Login to the robot and jetson via </a:t>
            </a:r>
            <a:r>
              <a:rPr lang="en-US" err="1"/>
              <a:t>netbird</a:t>
            </a:r>
            <a:r>
              <a:rPr lang="en-US"/>
              <a:t> </a:t>
            </a:r>
            <a:br>
              <a:rPr lang="en-US"/>
            </a:br>
            <a:r>
              <a:rPr lang="en-US"/>
              <a:t>1. Browse to </a:t>
            </a:r>
            <a:r>
              <a:rPr lang="en-US" err="1"/>
              <a:t>netbird</a:t>
            </a:r>
            <a:r>
              <a:rPr lang="en-US"/>
              <a:t> portal: </a:t>
            </a:r>
            <a:r>
              <a:rPr lang="en-US">
                <a:ea typeface="+mn-lt"/>
                <a:cs typeface="+mn-lt"/>
                <a:hlinkClick r:id="rId2"/>
              </a:rPr>
              <a:t>https://app.netbird.io/</a:t>
            </a:r>
            <a:br>
              <a:rPr lang="en-US"/>
            </a:br>
            <a:r>
              <a:rPr lang="en-US"/>
              <a:t>2. Check that in "Peers" the robot is online</a:t>
            </a:r>
            <a:br>
              <a:rPr lang="en-US"/>
            </a:br>
            <a:r>
              <a:rPr lang="en-US"/>
              <a:t>3. Enable the </a:t>
            </a:r>
            <a:r>
              <a:rPr lang="en-US" err="1"/>
              <a:t>netbird</a:t>
            </a:r>
            <a:r>
              <a:rPr lang="en-US"/>
              <a:t> on that robot in "Network Routes"</a:t>
            </a:r>
            <a:br>
              <a:rPr lang="en-US"/>
            </a:br>
            <a:r>
              <a:rPr lang="en-US"/>
              <a:t>2. Connect to the robot PC:</a:t>
            </a:r>
            <a:br>
              <a:rPr lang="en-US"/>
            </a:br>
            <a:r>
              <a:rPr lang="en-US"/>
              <a:t>  </a:t>
            </a:r>
            <a:br>
              <a:rPr lang="en-US" sz="200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3. Connect to jetson:</a:t>
            </a:r>
            <a:br>
              <a:rPr lang="en-US">
                <a:ea typeface="+mn-lt"/>
                <a:cs typeface="+mn-lt"/>
              </a:rPr>
            </a:br>
            <a:r>
              <a:rPr lang="en-US" sz="2000">
                <a:ea typeface="+mn-lt"/>
                <a:cs typeface="+mn-lt"/>
              </a:rPr>
              <a:t>   </a:t>
            </a:r>
            <a:endParaRPr lang="en-US"/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3F02FF-56F1-223E-2FFD-B18143BCE387}"/>
              </a:ext>
            </a:extLst>
          </p:cNvPr>
          <p:cNvSpPr txBox="1"/>
          <p:nvPr/>
        </p:nvSpPr>
        <p:spPr>
          <a:xfrm>
            <a:off x="2077233" y="4759890"/>
            <a:ext cx="412315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ssh –X –A </a:t>
            </a:r>
            <a:r>
              <a:rPr lang="en-US" sz="2000">
                <a:hlinkClick r:id="rId3"/>
              </a:rPr>
              <a:t>conbotics@10.11.12.10</a:t>
            </a:r>
            <a:endParaRPr lang="en-US" sz="2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AC820E-C3F9-9F8C-E128-6CA181C619A9}"/>
              </a:ext>
            </a:extLst>
          </p:cNvPr>
          <p:cNvSpPr txBox="1"/>
          <p:nvPr/>
        </p:nvSpPr>
        <p:spPr>
          <a:xfrm>
            <a:off x="2077232" y="5657588"/>
            <a:ext cx="412315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ssh –X –A </a:t>
            </a:r>
            <a:r>
              <a:rPr lang="en-US" sz="2000">
                <a:hlinkClick r:id="rId3"/>
              </a:rPr>
              <a:t>conbotics@10.11.12.40</a:t>
            </a:r>
            <a:endParaRPr lang="en-US" sz="200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EC2AD5-26DE-9207-142C-F65F25A74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6858" y="4324350"/>
            <a:ext cx="377893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485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D0442-88CD-AB5C-F306-DA75FD683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94D29-D424-B231-DAB1-C52FA5106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–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0E5DD-B3A0-B09F-4482-5092463A7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Check the </a:t>
            </a:r>
            <a:r>
              <a:rPr lang="en-US" err="1"/>
              <a:t>tmux</a:t>
            </a:r>
            <a:r>
              <a:rPr lang="en-US"/>
              <a:t> session: Here you can find error notifications about the robot/process</a:t>
            </a:r>
            <a:br>
              <a:rPr lang="en-US"/>
            </a:br>
            <a:r>
              <a:rPr lang="en-US"/>
              <a:t>1. Login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/>
              <a:t>to the robot with the previous methods</a:t>
            </a:r>
            <a:br>
              <a:rPr lang="en-US"/>
            </a:br>
            <a:r>
              <a:rPr lang="en-US"/>
              <a:t>2. Type in a terminal: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9B9D5-1672-3130-C689-EED1A3DA5DA7}"/>
              </a:ext>
            </a:extLst>
          </p:cNvPr>
          <p:cNvSpPr txBox="1"/>
          <p:nvPr/>
        </p:nvSpPr>
        <p:spPr>
          <a:xfrm>
            <a:off x="4780767" y="3977013"/>
            <a:ext cx="1033397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err="1"/>
              <a:t>cattach</a:t>
            </a:r>
            <a:endParaRPr lang="en-US" err="1"/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F4C790D0-18E3-7EDA-5495-5C11C759A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739" y="4556407"/>
            <a:ext cx="8886825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03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7269B-E5AE-7ADB-CF5A-B94955D14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256E1-942F-7979-CA3C-911224050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–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25BAC-AAD6-8D0E-F23B-07F157E15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/>
              <a:t>Record </a:t>
            </a:r>
            <a:r>
              <a:rPr lang="en-US" err="1"/>
              <a:t>rosbags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Either from the tablet, or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r>
              <a:rPr lang="en-US"/>
              <a:t>Copy </a:t>
            </a:r>
            <a:r>
              <a:rPr lang="en-US" err="1"/>
              <a:t>rosbag</a:t>
            </a:r>
            <a:r>
              <a:rPr lang="en-US"/>
              <a:t> on our laptops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Either wait for the blue led after plugging in a </a:t>
            </a:r>
            <a:r>
              <a:rPr lang="en-US" err="1"/>
              <a:t>syncable</a:t>
            </a:r>
            <a:r>
              <a:rPr lang="en-US"/>
              <a:t> USB, or</a:t>
            </a:r>
          </a:p>
          <a:p>
            <a:pPr marL="457200" lvl="1" indent="0">
              <a:buNone/>
            </a:pP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F86532-4203-205E-1449-32895A17B284}"/>
              </a:ext>
            </a:extLst>
          </p:cNvPr>
          <p:cNvSpPr txBox="1"/>
          <p:nvPr/>
        </p:nvSpPr>
        <p:spPr>
          <a:xfrm>
            <a:off x="1858026" y="3277644"/>
            <a:ext cx="5281808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/>
              <a:t>rosparam</a:t>
            </a:r>
            <a:r>
              <a:rPr lang="en-US" sz="1600"/>
              <a:t> set /config/general/user/</a:t>
            </a:r>
            <a:r>
              <a:rPr lang="en-US" sz="1600" err="1"/>
              <a:t>record_rosbag</a:t>
            </a:r>
            <a:r>
              <a:rPr lang="en-US" sz="1600"/>
              <a:t> true</a:t>
            </a:r>
            <a:br>
              <a:rPr lang="en-US" sz="1600"/>
            </a:br>
            <a:r>
              <a:rPr lang="en-US" sz="1600"/>
              <a:t>python3 src/cb_bringup/scripts/record_rosbag.py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D14CEF-996E-7444-11E0-3821BF7F1522}"/>
              </a:ext>
            </a:extLst>
          </p:cNvPr>
          <p:cNvSpPr txBox="1"/>
          <p:nvPr/>
        </p:nvSpPr>
        <p:spPr>
          <a:xfrm>
            <a:off x="1576191" y="4864273"/>
            <a:ext cx="9143998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>
                <a:ea typeface="+mn-lt"/>
                <a:cs typeface="+mn-lt"/>
              </a:rPr>
              <a:t>Lsblk</a:t>
            </a:r>
            <a:r>
              <a:rPr lang="en-US" sz="1600">
                <a:ea typeface="+mn-lt"/>
                <a:cs typeface="+mn-lt"/>
              </a:rPr>
              <a:t> –f #Identify </a:t>
            </a:r>
            <a:r>
              <a:rPr lang="en-US" sz="1600" err="1">
                <a:ea typeface="+mn-lt"/>
                <a:cs typeface="+mn-lt"/>
              </a:rPr>
              <a:t>usb</a:t>
            </a:r>
            <a:endParaRPr lang="en-US" err="1"/>
          </a:p>
          <a:p>
            <a:r>
              <a:rPr lang="en-US" sz="1600" err="1">
                <a:ea typeface="+mn-lt"/>
                <a:cs typeface="+mn-lt"/>
              </a:rPr>
              <a:t>sudo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mkdir</a:t>
            </a:r>
            <a:r>
              <a:rPr lang="en-US" sz="1600">
                <a:ea typeface="+mn-lt"/>
                <a:cs typeface="+mn-lt"/>
              </a:rPr>
              <a:t> /</a:t>
            </a:r>
            <a:r>
              <a:rPr lang="en-US" sz="1600" err="1">
                <a:ea typeface="+mn-lt"/>
                <a:cs typeface="+mn-lt"/>
              </a:rPr>
              <a:t>mnt</a:t>
            </a:r>
            <a:r>
              <a:rPr lang="en-US" sz="1600">
                <a:ea typeface="+mn-lt"/>
                <a:cs typeface="+mn-lt"/>
              </a:rPr>
              <a:t>/</a:t>
            </a:r>
            <a:r>
              <a:rPr lang="en-US" sz="1600" err="1">
                <a:ea typeface="+mn-lt"/>
                <a:cs typeface="+mn-lt"/>
              </a:rPr>
              <a:t>usb</a:t>
            </a:r>
            <a:endParaRPr lang="en-US" err="1"/>
          </a:p>
          <a:p>
            <a:r>
              <a:rPr lang="en-US" sz="1600" err="1">
                <a:ea typeface="+mn-lt"/>
                <a:cs typeface="+mn-lt"/>
              </a:rPr>
              <a:t>sudo</a:t>
            </a:r>
            <a:r>
              <a:rPr lang="en-US" sz="1600">
                <a:ea typeface="+mn-lt"/>
                <a:cs typeface="+mn-lt"/>
              </a:rPr>
              <a:t> mount -o </a:t>
            </a:r>
            <a:r>
              <a:rPr lang="en-US" sz="1600" err="1">
                <a:ea typeface="+mn-lt"/>
                <a:cs typeface="+mn-lt"/>
              </a:rPr>
              <a:t>uid</a:t>
            </a:r>
            <a:r>
              <a:rPr lang="en-US" sz="1600">
                <a:ea typeface="+mn-lt"/>
                <a:cs typeface="+mn-lt"/>
              </a:rPr>
              <a:t>=1000,gid=1000 /dev/sdb1 /</a:t>
            </a:r>
            <a:r>
              <a:rPr lang="en-US" sz="1600" err="1">
                <a:ea typeface="+mn-lt"/>
                <a:cs typeface="+mn-lt"/>
              </a:rPr>
              <a:t>mnt</a:t>
            </a:r>
            <a:r>
              <a:rPr lang="en-US" sz="1600">
                <a:ea typeface="+mn-lt"/>
                <a:cs typeface="+mn-lt"/>
              </a:rPr>
              <a:t>/</a:t>
            </a:r>
            <a:r>
              <a:rPr lang="en-US" sz="1600" err="1">
                <a:ea typeface="+mn-lt"/>
                <a:cs typeface="+mn-lt"/>
              </a:rPr>
              <a:t>usb</a:t>
            </a:r>
            <a:endParaRPr lang="en-US" err="1"/>
          </a:p>
          <a:p>
            <a:r>
              <a:rPr lang="en-US" sz="1600" err="1">
                <a:ea typeface="+mn-lt"/>
                <a:cs typeface="+mn-lt"/>
              </a:rPr>
              <a:t>sudo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rsync</a:t>
            </a:r>
            <a:r>
              <a:rPr lang="en-US" sz="1600">
                <a:ea typeface="+mn-lt"/>
                <a:cs typeface="+mn-lt"/>
              </a:rPr>
              <a:t> -ah --info=progress2 --remove-source-files ~/</a:t>
            </a:r>
            <a:r>
              <a:rPr lang="en-US" sz="1600" err="1">
                <a:ea typeface="+mn-lt"/>
                <a:cs typeface="+mn-lt"/>
              </a:rPr>
              <a:t>rosbags</a:t>
            </a:r>
            <a:r>
              <a:rPr lang="en-US" sz="1600">
                <a:ea typeface="+mn-lt"/>
                <a:cs typeface="+mn-lt"/>
              </a:rPr>
              <a:t>/2025-07-31*.bag /</a:t>
            </a:r>
            <a:r>
              <a:rPr lang="en-US" sz="1600" err="1">
                <a:ea typeface="+mn-lt"/>
                <a:cs typeface="+mn-lt"/>
              </a:rPr>
              <a:t>mnt</a:t>
            </a:r>
            <a:r>
              <a:rPr lang="en-US" sz="1600">
                <a:ea typeface="+mn-lt"/>
                <a:cs typeface="+mn-lt"/>
              </a:rPr>
              <a:t>/</a:t>
            </a:r>
            <a:r>
              <a:rPr lang="en-US" sz="1600" err="1">
                <a:ea typeface="+mn-lt"/>
                <a:cs typeface="+mn-lt"/>
              </a:rPr>
              <a:t>usb</a:t>
            </a:r>
            <a:r>
              <a:rPr lang="en-US" sz="1600">
                <a:ea typeface="+mn-lt"/>
                <a:cs typeface="+mn-lt"/>
              </a:rPr>
              <a:t>/ </a:t>
            </a:r>
            <a:endParaRPr lang="en-US"/>
          </a:p>
          <a:p>
            <a:r>
              <a:rPr lang="en-US" sz="1600">
                <a:ea typeface="+mn-lt"/>
                <a:cs typeface="+mn-lt"/>
              </a:rPr>
              <a:t>(maybe add --no-owner --no-group)</a:t>
            </a:r>
            <a:endParaRPr lang="en-US"/>
          </a:p>
          <a:p>
            <a:r>
              <a:rPr lang="en-US" sz="1600" err="1">
                <a:ea typeface="+mn-lt"/>
                <a:cs typeface="+mn-lt"/>
              </a:rPr>
              <a:t>sudo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umount</a:t>
            </a:r>
            <a:r>
              <a:rPr lang="en-US" sz="1600">
                <a:ea typeface="+mn-lt"/>
                <a:cs typeface="+mn-lt"/>
              </a:rPr>
              <a:t> /</a:t>
            </a:r>
            <a:r>
              <a:rPr lang="en-US" sz="1600" err="1">
                <a:ea typeface="+mn-lt"/>
                <a:cs typeface="+mn-lt"/>
              </a:rPr>
              <a:t>mnt</a:t>
            </a:r>
            <a:r>
              <a:rPr lang="en-US" sz="1600">
                <a:ea typeface="+mn-lt"/>
                <a:cs typeface="+mn-lt"/>
              </a:rPr>
              <a:t>/</a:t>
            </a:r>
            <a:r>
              <a:rPr lang="en-US" sz="1600" err="1">
                <a:ea typeface="+mn-lt"/>
                <a:cs typeface="+mn-lt"/>
              </a:rPr>
              <a:t>usb</a:t>
            </a:r>
            <a:endParaRPr lang="en-US" err="1"/>
          </a:p>
        </p:txBody>
      </p:sp>
      <p:pic>
        <p:nvPicPr>
          <p:cNvPr id="4" name="Picture 3" descr="A screenshot of a video recording&#10;&#10;AI-generated content may be incorrect.">
            <a:extLst>
              <a:ext uri="{FF2B5EF4-FFF2-40B4-BE49-F238E27FC236}">
                <a16:creationId xmlns:a16="http://schemas.microsoft.com/office/drawing/2014/main" id="{D113698D-E7D2-196B-5295-011BEA46A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6640" y="2160023"/>
            <a:ext cx="3181350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6141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3ABA7-1956-959C-B078-C2203465D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96EBD-7BBE-AB1B-8325-89AEABDC2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Troubleshooting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0BDDF-FD80-EE9C-A1E2-909B0B2A3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/>
              <a:t>Common troubleshooting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Reinitialize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Restart the robot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Reset axis: Especially if the robot is in a non-normal position, reset axis: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err="1"/>
              <a:t>Deinitialize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Menu &gt; Maintenance &gt; Calibration &gt; Miscellaneous &gt; Reset axis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Initialize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Shut down, </a:t>
            </a:r>
            <a:r>
              <a:rPr lang="en-US" err="1"/>
              <a:t>replug</a:t>
            </a:r>
            <a:r>
              <a:rPr lang="en-US"/>
              <a:t> the cables of the arm cabinet, restart, reinitialize</a:t>
            </a:r>
          </a:p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D68FC8-C506-2AF9-8511-A9AA48A11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9548" y="4293361"/>
            <a:ext cx="2329972" cy="118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8433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124B9-5E19-6F13-D69B-E64874DF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AFAEA-0F4F-2245-EDFC-4A9CCAD5F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Troubleshooting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291BE-A1E6-DEE5-C95A-F6DD6C8EE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Common troubleshooting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Clean lidars: Often the robot stops, without any tablet indication. At that moment perhaps lidars need cleaning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Camera / Corner alignment failed: After you initialize, drive the robot forward/backward for a better creation of the map of the room.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Planning arm failed: Sometimes just pressing OK is sufficient.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.            kills and restarts the startup node and </a:t>
            </a:r>
            <a:r>
              <a:rPr lang="en-US" err="1"/>
              <a:t>catmux</a:t>
            </a:r>
            <a:r>
              <a:rPr lang="en-US"/>
              <a:t> session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.                                           if initialization failed, check which nodes were not initialized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91998B-0ACB-941C-DDA6-BC459D1C8204}"/>
              </a:ext>
            </a:extLst>
          </p:cNvPr>
          <p:cNvSpPr txBox="1"/>
          <p:nvPr/>
        </p:nvSpPr>
        <p:spPr>
          <a:xfrm>
            <a:off x="1899781" y="4832958"/>
            <a:ext cx="741123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/>
              <a:t>robce</a:t>
            </a:r>
            <a:endParaRPr lang="en-US" sz="1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68B9B4-FB33-5E56-F536-EB47CD0371BD}"/>
              </a:ext>
            </a:extLst>
          </p:cNvPr>
          <p:cNvSpPr txBox="1"/>
          <p:nvPr/>
        </p:nvSpPr>
        <p:spPr>
          <a:xfrm>
            <a:off x="1899780" y="5240055"/>
            <a:ext cx="2964493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/>
              <a:t>rostopic</a:t>
            </a:r>
            <a:r>
              <a:rPr lang="en-US" sz="1600"/>
              <a:t> echo /</a:t>
            </a:r>
            <a:r>
              <a:rPr lang="en-US" sz="1600" err="1"/>
              <a:t>missing_nodes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160737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7A2BD-AB68-BBEA-86A1-A2AC4402B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16C05-5722-3614-C8A3-2937E8598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your sh...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F0B6E-BD99-042A-ACEC-748A5725C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1. Exchange the paint with a water bucket</a:t>
            </a:r>
            <a:br>
              <a:rPr lang="en-US" dirty="0"/>
            </a:br>
            <a:r>
              <a:rPr lang="en-US" dirty="0"/>
              <a:t>2. Empty the remaining paint into the paint bucket</a:t>
            </a:r>
            <a:br>
              <a:rPr lang="en-US" dirty="0"/>
            </a:br>
            <a:r>
              <a:rPr lang="en-US" dirty="0"/>
              <a:t>3. Place the primer into an empty bucket</a:t>
            </a:r>
            <a:br>
              <a:rPr lang="en-US" dirty="0"/>
            </a:br>
            <a:r>
              <a:rPr lang="en-US" dirty="0"/>
              <a:t>4. Turn the black knob downwards and flush water (manual button or via tablet) until the primer is cleaned</a:t>
            </a:r>
            <a:br>
              <a:rPr lang="en-US" dirty="0"/>
            </a:br>
            <a:r>
              <a:rPr lang="en-US" dirty="0"/>
              <a:t>5. Turn the black knob leftwards and flush water (manual button or via tablet) until the intake tube and rest hoses are cleaned</a:t>
            </a:r>
            <a:br>
              <a:rPr lang="en-US" dirty="0"/>
            </a:br>
            <a:r>
              <a:rPr lang="en-US" dirty="0"/>
              <a:t>6. Remove and soak the nozzle and filters in solvent.</a:t>
            </a: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7290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4021D-8BEA-EB95-B378-11589DF76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5047D-BF11-7A67-0608-144993DD4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Software – Advanced – git 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AF7AE-A604-FD76-D7FB-50744C89C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/>
              <a:t>Update branches</a:t>
            </a:r>
            <a:br>
              <a:rPr lang="en-US"/>
            </a:br>
            <a:r>
              <a:rPr lang="en-US"/>
              <a:t>1. Ensure VS Code is configured to use Git and remote connections (download </a:t>
            </a:r>
            <a:r>
              <a:rPr lang="en-US">
                <a:hlinkClick r:id="rId2"/>
              </a:rPr>
              <a:t>Remote-SSH</a:t>
            </a:r>
            <a:r>
              <a:rPr lang="en-US"/>
              <a:t> and </a:t>
            </a:r>
            <a:r>
              <a:rPr lang="en-US">
                <a:hlinkClick r:id="rId3"/>
              </a:rPr>
              <a:t>Git Graph</a:t>
            </a:r>
            <a:r>
              <a:rPr lang="en-US"/>
              <a:t> extensions)</a:t>
            </a:r>
            <a:br>
              <a:rPr lang="en-US"/>
            </a:br>
            <a:r>
              <a:rPr lang="en-US"/>
              <a:t>2. In VS Code, open the Source Control tab on the left (</a:t>
            </a:r>
            <a:r>
              <a:rPr lang="en-US" err="1"/>
              <a:t>Ctrl+Shift+G</a:t>
            </a:r>
            <a:r>
              <a:rPr lang="en-US"/>
              <a:t>) to check the graph for each branch</a:t>
            </a:r>
            <a:br>
              <a:rPr lang="en-US"/>
            </a:br>
            <a:r>
              <a:rPr lang="en-US"/>
              <a:t>3. Update if needed</a:t>
            </a:r>
            <a:br>
              <a:rPr lang="en-US"/>
            </a:br>
            <a:r>
              <a:rPr lang="en-US"/>
              <a:t>4.</a:t>
            </a:r>
            <a:br>
              <a:rPr lang="en-US"/>
            </a:br>
            <a:r>
              <a:rPr lang="en-US"/>
              <a:t>5.  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3F053D-3C18-02B8-7AE8-19118E18BC0D}"/>
              </a:ext>
            </a:extLst>
          </p:cNvPr>
          <p:cNvSpPr txBox="1"/>
          <p:nvPr/>
        </p:nvSpPr>
        <p:spPr>
          <a:xfrm>
            <a:off x="4571998" y="4791206"/>
            <a:ext cx="4498932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/>
              <a:t>git checkout BRANCH &amp;&amp; git fetch OR git pull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153411-32E8-0690-BDC7-C890A922D7F5}"/>
              </a:ext>
            </a:extLst>
          </p:cNvPr>
          <p:cNvSpPr txBox="1"/>
          <p:nvPr/>
        </p:nvSpPr>
        <p:spPr>
          <a:xfrm>
            <a:off x="1805833" y="5240055"/>
            <a:ext cx="2515645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/>
              <a:t>makeros</a:t>
            </a:r>
            <a:r>
              <a:rPr lang="en-US" sz="1600"/>
              <a:t> OR catkin build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2041B0-D693-3856-3EF8-87509F4C323C}"/>
              </a:ext>
            </a:extLst>
          </p:cNvPr>
          <p:cNvSpPr txBox="1"/>
          <p:nvPr/>
        </p:nvSpPr>
        <p:spPr>
          <a:xfrm>
            <a:off x="1805833" y="5678465"/>
            <a:ext cx="855946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/>
              <a:t>robce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1238874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1EC2C-5CB6-7224-8722-D06D4D361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603EE-4EC7-8256-BBDB-5B6F028B6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– Advanced - rviz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B3087-6DD6-430F-E279-86E5A551F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Check </a:t>
            </a:r>
            <a:r>
              <a:rPr lang="en-US" err="1"/>
              <a:t>rviz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On your laptop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84CC44-0162-591B-5CFC-0783CC68FA80}"/>
              </a:ext>
            </a:extLst>
          </p:cNvPr>
          <p:cNvSpPr txBox="1"/>
          <p:nvPr/>
        </p:nvSpPr>
        <p:spPr>
          <a:xfrm>
            <a:off x="1858026" y="3528165"/>
            <a:ext cx="6555287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export ROS_IP=10.11.12.10 # or whatever the IP of the robot is</a:t>
            </a:r>
            <a:endParaRPr lang="en-US"/>
          </a:p>
          <a:p>
            <a:r>
              <a:rPr lang="en-US" sz="1600">
                <a:ea typeface="+mn-lt"/>
                <a:cs typeface="+mn-lt"/>
              </a:rPr>
              <a:t>export ROS_MASTER_URI=http://10.11.12.10:11311</a:t>
            </a:r>
            <a:endParaRPr lang="en-US"/>
          </a:p>
          <a:p>
            <a:r>
              <a:rPr lang="en-US" sz="1600" err="1">
                <a:ea typeface="+mn-lt"/>
                <a:cs typeface="+mn-lt"/>
              </a:rPr>
              <a:t>rviz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35116730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0AF09-D92F-4433-38E3-D1DBA3641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4B48F-ABC7-B561-F8DF-5141D58F4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– Advanced – Hard reset axis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F9123-9300-5D69-90D3-FE7475ABF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944696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/>
              <a:t>Hard reset axis: When the robot is stacked in an abnormal position, and neither reinitialize, or tablet's reset axis work, then we have to do a hard reset. From the terminal, run the following command:</a:t>
            </a:r>
            <a:br>
              <a:rPr lang="en-US"/>
            </a:br>
            <a:br>
              <a:rPr lang="en-US"/>
            </a:br>
            <a:endParaRPr lang="en-US"/>
          </a:p>
          <a:p>
            <a:r>
              <a:rPr lang="en-US"/>
              <a:t>Then follow the guidelines, to release one by one the arm motor axis.</a:t>
            </a:r>
          </a:p>
          <a:p>
            <a:r>
              <a:rPr lang="en-US"/>
              <a:t>When you release a motor, one person must physically hold the arm from falling from the corresponding motor movement.</a:t>
            </a:r>
          </a:p>
          <a:p>
            <a:r>
              <a:rPr lang="en-US"/>
              <a:t>After the brakes are released, manually put the arm into (home) position, for all the axis.</a:t>
            </a:r>
          </a:p>
          <a:p>
            <a:r>
              <a:rPr lang="en-US"/>
              <a:t>Re-initialize</a:t>
            </a:r>
            <a:br>
              <a:rPr lang="en-US"/>
            </a:br>
            <a:endParaRPr lang="en-US"/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32C209-B4A1-1A78-085D-95BA5CE4409E}"/>
              </a:ext>
            </a:extLst>
          </p:cNvPr>
          <p:cNvSpPr txBox="1"/>
          <p:nvPr/>
        </p:nvSpPr>
        <p:spPr>
          <a:xfrm>
            <a:off x="1419615" y="3434219"/>
            <a:ext cx="635695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ea typeface="+mn-lt"/>
                <a:cs typeface="+mn-lt"/>
              </a:rPr>
              <a:t>./cb_tools/sprayarm_axis_reset/reset_axes_script.py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665086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7B9DB-9303-585A-CC28-903D16B58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0D0EA-5A2E-BC90-A480-91D138ADB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Conbotics</a:t>
            </a:r>
            <a:r>
              <a:rPr lang="en-US" dirty="0"/>
              <a:t> User Self-Test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94873-CC70-CCCC-DACF-374F39485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9446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br>
              <a:rPr lang="en-US"/>
            </a:br>
            <a:endParaRPr lang="en-US"/>
          </a:p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A02C688-D7A6-BD90-3112-5328A115D694}"/>
              </a:ext>
            </a:extLst>
          </p:cNvPr>
          <p:cNvSpPr txBox="1">
            <a:spLocks/>
          </p:cNvSpPr>
          <p:nvPr/>
        </p:nvSpPr>
        <p:spPr>
          <a:xfrm>
            <a:off x="1267968" y="2201799"/>
            <a:ext cx="10168128" cy="437332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Prepare the robot for a paint job</a:t>
            </a:r>
            <a:endParaRPr lang="en-US" dirty="0"/>
          </a:p>
          <a:p>
            <a:r>
              <a:rPr lang="en-US" sz="2600" dirty="0"/>
              <a:t>Turn on the robot.</a:t>
            </a:r>
            <a:endParaRPr lang="en-US" sz="2600"/>
          </a:p>
          <a:p>
            <a:r>
              <a:rPr lang="en-US" sz="2600" dirty="0"/>
              <a:t>Bring the robot arm 'in position', then back to home.</a:t>
            </a:r>
          </a:p>
          <a:p>
            <a:r>
              <a:rPr lang="en-US" sz="2600" dirty="0"/>
              <a:t>Reset axis and reinitialize</a:t>
            </a:r>
          </a:p>
          <a:p>
            <a:r>
              <a:rPr lang="en-US" sz="2600" dirty="0"/>
              <a:t>Create a room plan for semi-automatic mode. One of the walls should contain a window and a beam.</a:t>
            </a:r>
          </a:p>
          <a:p>
            <a:r>
              <a:rPr lang="en-US" sz="2600" dirty="0"/>
              <a:t>Drive the robot to the starting position, and start the process</a:t>
            </a:r>
          </a:p>
          <a:p>
            <a:r>
              <a:rPr lang="en-US" sz="2600" dirty="0"/>
              <a:t>While the robot is operating, adjust the vertical timings</a:t>
            </a:r>
          </a:p>
          <a:p>
            <a:r>
              <a:rPr lang="en-US" sz="2600" dirty="0"/>
              <a:t>Clean the robot</a:t>
            </a:r>
          </a:p>
        </p:txBody>
      </p:sp>
    </p:spTree>
    <p:extLst>
      <p:ext uri="{BB962C8B-B14F-4D97-AF65-F5344CB8AC3E}">
        <p14:creationId xmlns:p14="http://schemas.microsoft.com/office/powerpoint/2010/main" val="207286422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AccentBox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F4FE582F-5DDE-4E50-A331-B77FB79D7361}" vid="{42624B42-66F4-4B9A-A3DB-EB561F1627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AccentBoxVTI</vt:lpstr>
      <vt:lpstr>Conbotics Operation Manual</vt:lpstr>
      <vt:lpstr>Capabilities &amp; Limitations</vt:lpstr>
      <vt:lpstr>Basic Operations</vt:lpstr>
      <vt:lpstr>Preparations</vt:lpstr>
      <vt:lpstr>Tablet Usage</vt:lpstr>
      <vt:lpstr>Tablet Usage</vt:lpstr>
      <vt:lpstr>Tablet Usage - Movement</vt:lpstr>
      <vt:lpstr>Tablet Usage - Maintenance</vt:lpstr>
      <vt:lpstr>Tablet Usage - Maintenance</vt:lpstr>
      <vt:lpstr>Tablet Usage – Create room plan</vt:lpstr>
      <vt:lpstr>Tablet Usage – Create room plan</vt:lpstr>
      <vt:lpstr>Tablet Usage – Process Mode</vt:lpstr>
      <vt:lpstr>Tablet Usage – Wall Process</vt:lpstr>
      <vt:lpstr>Tablet Usage – Wall Process</vt:lpstr>
      <vt:lpstr>Tablet Usage – Wall Process</vt:lpstr>
      <vt:lpstr>Tablet Usage – Ceiling Process</vt:lpstr>
      <vt:lpstr>Tablet Usage – Emergency </vt:lpstr>
      <vt:lpstr>Software – Monitoring</vt:lpstr>
      <vt:lpstr>Software – Monitoring</vt:lpstr>
      <vt:lpstr>Software – Monitoring</vt:lpstr>
      <vt:lpstr>Software – Monitoring</vt:lpstr>
      <vt:lpstr>Troubleshooting</vt:lpstr>
      <vt:lpstr>Troubleshooting</vt:lpstr>
      <vt:lpstr>Clean your sh...</vt:lpstr>
      <vt:lpstr>Software – Advanced – git  </vt:lpstr>
      <vt:lpstr>Software – Advanced - rviz</vt:lpstr>
      <vt:lpstr>Software – Advanced – Hard reset axis</vt:lpstr>
      <vt:lpstr>Conbotics User Self-Test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26</cp:revision>
  <dcterms:created xsi:type="dcterms:W3CDTF">2025-10-28T14:27:22Z</dcterms:created>
  <dcterms:modified xsi:type="dcterms:W3CDTF">2025-10-29T15:24:42Z</dcterms:modified>
</cp:coreProperties>
</file>